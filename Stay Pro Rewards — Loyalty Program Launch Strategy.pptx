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4" r:id="rId4"/>
    <p:sldMasterId id="2147483765" r:id="rId5"/>
    <p:sldMasterId id="21474837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Merriweather Sans"/>
      <p:regular r:id="rId37"/>
      <p:bold r:id="rId38"/>
      <p:italic r:id="rId39"/>
      <p:boldItalic r:id="rId40"/>
    </p:embeddedFont>
    <p:embeddedFont>
      <p:font typeface="Roboto"/>
      <p:regular r:id="rId41"/>
      <p:bold r:id="rId42"/>
      <p:italic r:id="rId43"/>
      <p:boldItalic r:id="rId44"/>
    </p:embeddedFont>
    <p:embeddedFont>
      <p:font typeface="Poppins"/>
      <p:regular r:id="rId45"/>
      <p:bold r:id="rId46"/>
      <p:italic r:id="rId47"/>
      <p:boldItalic r:id="rId48"/>
    </p:embeddedFont>
    <p:embeddedFont>
      <p:font typeface="Lato"/>
      <p:regular r:id="rId49"/>
      <p:bold r:id="rId50"/>
      <p:italic r:id="rId51"/>
      <p:boldItalic r:id="rId52"/>
    </p:embeddedFont>
    <p:embeddedFont>
      <p:font typeface="Poppins Light"/>
      <p:regular r:id="rId53"/>
      <p:bold r:id="rId54"/>
      <p:italic r:id="rId55"/>
      <p:boldItalic r:id="rId56"/>
    </p:embeddedFont>
    <p:embeddedFont>
      <p:font typeface="Poppins Medium"/>
      <p:regular r:id="rId57"/>
      <p:bold r:id="rId58"/>
      <p:italic r:id="rId59"/>
      <p:boldItalic r:id="rId60"/>
    </p:embeddedFont>
    <p:embeddedFont>
      <p:font typeface="Poppins SemiBold"/>
      <p:regular r:id="rId61"/>
      <p:bold r:id="rId62"/>
      <p:italic r:id="rId63"/>
      <p:boldItalic r:id="rId64"/>
    </p:embeddedFont>
    <p:embeddedFont>
      <p:font typeface="Poppins ExtraBold"/>
      <p:bold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5CE38A-1EC4-4789-AD87-A85502DB4A91}">
  <a:tblStyle styleId="{FE5CE38A-1EC4-4789-AD87-A85502DB4A91}"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C916DD5-7159-4203-BA4E-87E6A4021BF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erriweatherSans-boldItalic.fntdata"/><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Poppins-bold.fntdata"/><Relationship Id="rId45" Type="http://schemas.openxmlformats.org/officeDocument/2006/relationships/font" Target="fonts/Poppins-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oppins-boldItalic.fntdata"/><Relationship Id="rId47" Type="http://schemas.openxmlformats.org/officeDocument/2006/relationships/font" Target="fonts/Poppins-italic.fntdata"/><Relationship Id="rId49" Type="http://schemas.openxmlformats.org/officeDocument/2006/relationships/font" Target="fonts/Lat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font" Target="fonts/MerriweatherSans-regular.fntdata"/><Relationship Id="rId36" Type="http://schemas.openxmlformats.org/officeDocument/2006/relationships/slide" Target="slides/slide29.xml"/><Relationship Id="rId39" Type="http://schemas.openxmlformats.org/officeDocument/2006/relationships/font" Target="fonts/MerriweatherSans-italic.fntdata"/><Relationship Id="rId38" Type="http://schemas.openxmlformats.org/officeDocument/2006/relationships/font" Target="fonts/MerriweatherSans-bold.fntdata"/><Relationship Id="rId62" Type="http://schemas.openxmlformats.org/officeDocument/2006/relationships/font" Target="fonts/PoppinsSemiBold-bold.fntdata"/><Relationship Id="rId61" Type="http://schemas.openxmlformats.org/officeDocument/2006/relationships/font" Target="fonts/PoppinsSemiBold-regular.fntdata"/><Relationship Id="rId20" Type="http://schemas.openxmlformats.org/officeDocument/2006/relationships/slide" Target="slides/slide13.xml"/><Relationship Id="rId64" Type="http://schemas.openxmlformats.org/officeDocument/2006/relationships/font" Target="fonts/PoppinsSemiBold-boldItalic.fntdata"/><Relationship Id="rId63" Type="http://schemas.openxmlformats.org/officeDocument/2006/relationships/font" Target="fonts/PoppinsSemiBold-italic.fntdata"/><Relationship Id="rId22" Type="http://schemas.openxmlformats.org/officeDocument/2006/relationships/slide" Target="slides/slide15.xml"/><Relationship Id="rId66" Type="http://schemas.openxmlformats.org/officeDocument/2006/relationships/font" Target="fonts/PoppinsExtraBold-boldItalic.fntdata"/><Relationship Id="rId21" Type="http://schemas.openxmlformats.org/officeDocument/2006/relationships/slide" Target="slides/slide14.xml"/><Relationship Id="rId65" Type="http://schemas.openxmlformats.org/officeDocument/2006/relationships/font" Target="fonts/PoppinsExtraBold-bold.fnt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PoppinsMedium-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Lato-italic.fntdata"/><Relationship Id="rId50" Type="http://schemas.openxmlformats.org/officeDocument/2006/relationships/font" Target="fonts/Lato-bold.fntdata"/><Relationship Id="rId53" Type="http://schemas.openxmlformats.org/officeDocument/2006/relationships/font" Target="fonts/PoppinsLight-regular.fntdata"/><Relationship Id="rId52" Type="http://schemas.openxmlformats.org/officeDocument/2006/relationships/font" Target="fonts/Lato-boldItalic.fntdata"/><Relationship Id="rId11" Type="http://schemas.openxmlformats.org/officeDocument/2006/relationships/slide" Target="slides/slide4.xml"/><Relationship Id="rId55" Type="http://schemas.openxmlformats.org/officeDocument/2006/relationships/font" Target="fonts/PoppinsLight-italic.fntdata"/><Relationship Id="rId10" Type="http://schemas.openxmlformats.org/officeDocument/2006/relationships/slide" Target="slides/slide3.xml"/><Relationship Id="rId54" Type="http://schemas.openxmlformats.org/officeDocument/2006/relationships/font" Target="fonts/PoppinsLight-bold.fntdata"/><Relationship Id="rId13" Type="http://schemas.openxmlformats.org/officeDocument/2006/relationships/slide" Target="slides/slide6.xml"/><Relationship Id="rId57" Type="http://schemas.openxmlformats.org/officeDocument/2006/relationships/font" Target="fonts/PoppinsMedium-regular.fntdata"/><Relationship Id="rId12" Type="http://schemas.openxmlformats.org/officeDocument/2006/relationships/slide" Target="slides/slide5.xml"/><Relationship Id="rId56" Type="http://schemas.openxmlformats.org/officeDocument/2006/relationships/font" Target="fonts/PoppinsLight-boldItalic.fntdata"/><Relationship Id="rId15" Type="http://schemas.openxmlformats.org/officeDocument/2006/relationships/slide" Target="slides/slide8.xml"/><Relationship Id="rId59" Type="http://schemas.openxmlformats.org/officeDocument/2006/relationships/font" Target="fonts/PoppinsMedium-italic.fntdata"/><Relationship Id="rId14" Type="http://schemas.openxmlformats.org/officeDocument/2006/relationships/slide" Target="slides/slide7.xml"/><Relationship Id="rId58" Type="http://schemas.openxmlformats.org/officeDocument/2006/relationships/font" Target="fonts/PoppinsMedium-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dc3ceeab94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2dc3ceeab94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02cd00e92d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02cd00e92d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8035846f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a8035846f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a77d4be1f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a77d4be1f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77d4be1f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a77d4be1f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77d4be1f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a77d4be1f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8035846f3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8035846f3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02cd00e92d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02cd00e92d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ded40c757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ded40c757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8035846f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a8035846f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a7ed96d9d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a7ed96d9d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7ed96d9dc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a7ed96d9dc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02cd00e92d_0_2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02cd00e92d_0_2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a8035846f3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a8035846f3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a7ed96d9dc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a7ed96d9d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a7ed96d9dc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a7ed96d9dc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a7ed96d9dc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a7ed96d9dc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a8035846f3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a8035846f3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a7ed96d9dc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a7ed96d9dc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7ed96d9dc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a7ed96d9dc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400">
              <a:solidFill>
                <a:srgbClr val="9E9E9E"/>
              </a:solidFill>
              <a:latin typeface="Poppins"/>
              <a:ea typeface="Poppins"/>
              <a:cs typeface="Poppins"/>
              <a:sym typeface="Poppi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8035846f3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a8035846f3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79459daa3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a79459daa3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8035846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8035846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7ed96d9d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a7ed96d9d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7ed96d9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a7ed96d9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a7ed96d9d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a7ed96d9d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a7ed96d9d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a7ed96d9d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a7ed96d9d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a7ed96d9d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a7ed96d9dc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a7ed96d9dc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371550" y="2105100"/>
            <a:ext cx="6400800" cy="1253700"/>
          </a:xfrm>
          <a:prstGeom prst="rect">
            <a:avLst/>
          </a:prstGeom>
        </p:spPr>
        <p:txBody>
          <a:bodyPr anchorCtr="0" anchor="ctr" bIns="0" lIns="0" spcFirstLastPara="1" rIns="0" wrap="square" tIns="0">
            <a:spAutoFit/>
          </a:bodyPr>
          <a:lstStyle>
            <a:lvl1pPr lvl="0">
              <a:lnSpc>
                <a:spcPct val="100000"/>
              </a:lnSpc>
              <a:spcBef>
                <a:spcPts val="1000"/>
              </a:spcBef>
              <a:spcAft>
                <a:spcPts val="0"/>
              </a:spcAft>
              <a:buClr>
                <a:schemeClr val="lt1"/>
              </a:buClr>
              <a:buSzPts val="4000"/>
              <a:buNone/>
              <a:defRPr b="1" sz="4000">
                <a:solidFill>
                  <a:schemeClr val="lt1"/>
                </a:solidFill>
              </a:defRPr>
            </a:lvl1pPr>
            <a:lvl2pPr lvl="1">
              <a:lnSpc>
                <a:spcPct val="100000"/>
              </a:lnSpc>
              <a:spcBef>
                <a:spcPts val="0"/>
              </a:spcBef>
              <a:spcAft>
                <a:spcPts val="0"/>
              </a:spcAft>
              <a:buClr>
                <a:schemeClr val="lt1"/>
              </a:buClr>
              <a:buSzPts val="4000"/>
              <a:buNone/>
              <a:defRPr sz="4000">
                <a:solidFill>
                  <a:schemeClr val="lt1"/>
                </a:solidFill>
              </a:defRPr>
            </a:lvl2pPr>
            <a:lvl3pPr lvl="2">
              <a:lnSpc>
                <a:spcPct val="100000"/>
              </a:lnSpc>
              <a:spcBef>
                <a:spcPts val="0"/>
              </a:spcBef>
              <a:spcAft>
                <a:spcPts val="0"/>
              </a:spcAft>
              <a:buClr>
                <a:schemeClr val="lt1"/>
              </a:buClr>
              <a:buSzPts val="4000"/>
              <a:buNone/>
              <a:defRPr sz="4000">
                <a:solidFill>
                  <a:schemeClr val="lt1"/>
                </a:solidFill>
              </a:defRPr>
            </a:lvl3pPr>
            <a:lvl4pPr lvl="3">
              <a:lnSpc>
                <a:spcPct val="100000"/>
              </a:lnSpc>
              <a:spcBef>
                <a:spcPts val="0"/>
              </a:spcBef>
              <a:spcAft>
                <a:spcPts val="0"/>
              </a:spcAft>
              <a:buClr>
                <a:schemeClr val="lt1"/>
              </a:buClr>
              <a:buSzPts val="4000"/>
              <a:buNone/>
              <a:defRPr sz="4000">
                <a:solidFill>
                  <a:schemeClr val="lt1"/>
                </a:solidFill>
              </a:defRPr>
            </a:lvl4pPr>
            <a:lvl5pPr lvl="4">
              <a:lnSpc>
                <a:spcPct val="100000"/>
              </a:lnSpc>
              <a:spcBef>
                <a:spcPts val="0"/>
              </a:spcBef>
              <a:spcAft>
                <a:spcPts val="0"/>
              </a:spcAft>
              <a:buClr>
                <a:schemeClr val="lt1"/>
              </a:buClr>
              <a:buSzPts val="4000"/>
              <a:buNone/>
              <a:defRPr sz="4000">
                <a:solidFill>
                  <a:schemeClr val="lt1"/>
                </a:solidFill>
              </a:defRPr>
            </a:lvl5pPr>
            <a:lvl6pPr lvl="5">
              <a:lnSpc>
                <a:spcPct val="100000"/>
              </a:lnSpc>
              <a:spcBef>
                <a:spcPts val="0"/>
              </a:spcBef>
              <a:spcAft>
                <a:spcPts val="0"/>
              </a:spcAft>
              <a:buClr>
                <a:schemeClr val="lt1"/>
              </a:buClr>
              <a:buSzPts val="4000"/>
              <a:buNone/>
              <a:defRPr sz="4000">
                <a:solidFill>
                  <a:schemeClr val="lt1"/>
                </a:solidFill>
              </a:defRPr>
            </a:lvl6pPr>
            <a:lvl7pPr lvl="6">
              <a:lnSpc>
                <a:spcPct val="100000"/>
              </a:lnSpc>
              <a:spcBef>
                <a:spcPts val="0"/>
              </a:spcBef>
              <a:spcAft>
                <a:spcPts val="0"/>
              </a:spcAft>
              <a:buClr>
                <a:schemeClr val="lt1"/>
              </a:buClr>
              <a:buSzPts val="4000"/>
              <a:buNone/>
              <a:defRPr sz="4000">
                <a:solidFill>
                  <a:schemeClr val="lt1"/>
                </a:solidFill>
              </a:defRPr>
            </a:lvl7pPr>
            <a:lvl8pPr lvl="7">
              <a:lnSpc>
                <a:spcPct val="100000"/>
              </a:lnSpc>
              <a:spcBef>
                <a:spcPts val="0"/>
              </a:spcBef>
              <a:spcAft>
                <a:spcPts val="0"/>
              </a:spcAft>
              <a:buClr>
                <a:schemeClr val="lt1"/>
              </a:buClr>
              <a:buSzPts val="4000"/>
              <a:buNone/>
              <a:defRPr sz="4000">
                <a:solidFill>
                  <a:schemeClr val="lt1"/>
                </a:solidFill>
              </a:defRPr>
            </a:lvl8pPr>
            <a:lvl9pPr lvl="8">
              <a:lnSpc>
                <a:spcPct val="100000"/>
              </a:lnSpc>
              <a:spcBef>
                <a:spcPts val="0"/>
              </a:spcBef>
              <a:spcAft>
                <a:spcPts val="0"/>
              </a:spcAft>
              <a:buClr>
                <a:schemeClr val="lt1"/>
              </a:buClr>
              <a:buSzPts val="4000"/>
              <a:buNone/>
              <a:defRPr sz="4000">
                <a:solidFill>
                  <a:schemeClr val="lt1"/>
                </a:solidFill>
              </a:defRPr>
            </a:lvl9pPr>
          </a:lstStyle>
          <a:p/>
        </p:txBody>
      </p:sp>
      <p:sp>
        <p:nvSpPr>
          <p:cNvPr id="11" name="Google Shape;11;p2"/>
          <p:cNvSpPr txBox="1"/>
          <p:nvPr>
            <p:ph idx="1" type="subTitle"/>
          </p:nvPr>
        </p:nvSpPr>
        <p:spPr>
          <a:xfrm>
            <a:off x="1371600" y="1714500"/>
            <a:ext cx="6400800" cy="390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
        <p:nvSpPr>
          <p:cNvPr id="12" name="Google Shape;12;p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3" name="Google Shape;13;p2"/>
          <p:cNvPicPr preferRelativeResize="0"/>
          <p:nvPr/>
        </p:nvPicPr>
        <p:blipFill rotWithShape="1">
          <a:blip r:embed="rId2">
            <a:alphaModFix/>
          </a:blip>
          <a:srcRect b="0" l="0" r="83757" t="0"/>
          <a:stretch/>
        </p:blipFill>
        <p:spPr>
          <a:xfrm>
            <a:off x="8378792" y="571500"/>
            <a:ext cx="222649" cy="237100"/>
          </a:xfrm>
          <a:prstGeom prst="rect">
            <a:avLst/>
          </a:prstGeom>
          <a:noFill/>
          <a:ln>
            <a:noFill/>
          </a:ln>
        </p:spPr>
      </p:pic>
    </p:spTree>
  </p:cSld>
  <p:clrMapOvr>
    <a:masterClrMapping/>
  </p:clrMapOvr>
  <p:extLst>
    <p:ext uri="{DCECCB84-F9BA-43D5-87BE-67443E8EF086}">
      <p15:sldGuideLst>
        <p15:guide id="1" pos="864">
          <p15:clr>
            <a:srgbClr val="E46962"/>
          </p15:clr>
        </p15:guide>
        <p15:guide id="2" pos="489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ining Agenda">
  <p:cSld name="CUSTOM_5_1">
    <p:spTree>
      <p:nvGrpSpPr>
        <p:cNvPr id="14" name="Shape 14"/>
        <p:cNvGrpSpPr/>
        <p:nvPr/>
      </p:nvGrpSpPr>
      <p:grpSpPr>
        <a:xfrm>
          <a:off x="0" y="0"/>
          <a:ext cx="0" cy="0"/>
          <a:chOff x="0" y="0"/>
          <a:chExt cx="0" cy="0"/>
        </a:xfrm>
      </p:grpSpPr>
      <p:sp>
        <p:nvSpPr>
          <p:cNvPr id="15" name="Google Shape;15;p3"/>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6" name="Google Shape;16;p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None/>
              <a:defRPr b="1">
                <a:solidFill>
                  <a:schemeClr val="lt1"/>
                </a:solidFill>
              </a:defRPr>
            </a:lvl1pPr>
            <a:lvl2pPr lvl="1" rtl="0">
              <a:spcBef>
                <a:spcPts val="0"/>
              </a:spcBef>
              <a:spcAft>
                <a:spcPts val="0"/>
              </a:spcAft>
              <a:buClr>
                <a:schemeClr val="lt1"/>
              </a:buClr>
              <a:buSzPts val="1800"/>
              <a:buNone/>
              <a:defRPr>
                <a:solidFill>
                  <a:schemeClr val="lt1"/>
                </a:solidFill>
              </a:defRPr>
            </a:lvl2pPr>
            <a:lvl3pPr lvl="2" rtl="0">
              <a:spcBef>
                <a:spcPts val="0"/>
              </a:spcBef>
              <a:spcAft>
                <a:spcPts val="0"/>
              </a:spcAft>
              <a:buClr>
                <a:schemeClr val="lt1"/>
              </a:buClr>
              <a:buSzPts val="1800"/>
              <a:buNone/>
              <a:defRPr>
                <a:solidFill>
                  <a:schemeClr val="lt1"/>
                </a:solidFill>
              </a:defRPr>
            </a:lvl3pPr>
            <a:lvl4pPr lvl="3" rtl="0">
              <a:spcBef>
                <a:spcPts val="0"/>
              </a:spcBef>
              <a:spcAft>
                <a:spcPts val="0"/>
              </a:spcAft>
              <a:buClr>
                <a:schemeClr val="lt1"/>
              </a:buClr>
              <a:buSzPts val="1800"/>
              <a:buNone/>
              <a:defRPr>
                <a:solidFill>
                  <a:schemeClr val="lt1"/>
                </a:solidFill>
              </a:defRPr>
            </a:lvl4pPr>
            <a:lvl5pPr lvl="4" rtl="0">
              <a:spcBef>
                <a:spcPts val="0"/>
              </a:spcBef>
              <a:spcAft>
                <a:spcPts val="0"/>
              </a:spcAft>
              <a:buClr>
                <a:schemeClr val="lt1"/>
              </a:buClr>
              <a:buSzPts val="1800"/>
              <a:buNone/>
              <a:defRPr>
                <a:solidFill>
                  <a:schemeClr val="lt1"/>
                </a:solidFill>
              </a:defRPr>
            </a:lvl5pPr>
            <a:lvl6pPr lvl="5" rtl="0">
              <a:spcBef>
                <a:spcPts val="0"/>
              </a:spcBef>
              <a:spcAft>
                <a:spcPts val="0"/>
              </a:spcAft>
              <a:buClr>
                <a:schemeClr val="lt1"/>
              </a:buClr>
              <a:buSzPts val="1800"/>
              <a:buNone/>
              <a:defRPr>
                <a:solidFill>
                  <a:schemeClr val="lt1"/>
                </a:solidFill>
              </a:defRPr>
            </a:lvl6pPr>
            <a:lvl7pPr lvl="6" rtl="0">
              <a:spcBef>
                <a:spcPts val="0"/>
              </a:spcBef>
              <a:spcAft>
                <a:spcPts val="0"/>
              </a:spcAft>
              <a:buClr>
                <a:schemeClr val="lt1"/>
              </a:buClr>
              <a:buSzPts val="1800"/>
              <a:buNone/>
              <a:defRPr>
                <a:solidFill>
                  <a:schemeClr val="lt1"/>
                </a:solidFill>
              </a:defRPr>
            </a:lvl7pPr>
            <a:lvl8pPr lvl="7" rtl="0">
              <a:spcBef>
                <a:spcPts val="0"/>
              </a:spcBef>
              <a:spcAft>
                <a:spcPts val="0"/>
              </a:spcAft>
              <a:buClr>
                <a:schemeClr val="lt1"/>
              </a:buClr>
              <a:buSzPts val="1800"/>
              <a:buNone/>
              <a:defRPr>
                <a:solidFill>
                  <a:schemeClr val="lt1"/>
                </a:solidFill>
              </a:defRPr>
            </a:lvl8pPr>
            <a:lvl9pPr lvl="8" rtl="0">
              <a:spcBef>
                <a:spcPts val="0"/>
              </a:spcBef>
              <a:spcAft>
                <a:spcPts val="0"/>
              </a:spcAft>
              <a:buClr>
                <a:schemeClr val="lt1"/>
              </a:buClr>
              <a:buSzPts val="1800"/>
              <a:buNone/>
              <a:defRPr>
                <a:solidFill>
                  <a:schemeClr val="lt1"/>
                </a:solidFill>
              </a:defRPr>
            </a:lvl9pPr>
          </a:lstStyle>
          <a:p/>
        </p:txBody>
      </p:sp>
      <p:sp>
        <p:nvSpPr>
          <p:cNvPr id="19" name="Google Shape;19;p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_3">
    <p:bg>
      <p:bgPr>
        <a:solidFill>
          <a:schemeClr val="dk1"/>
        </a:solidFill>
      </p:bgPr>
    </p:bg>
    <p:spTree>
      <p:nvGrpSpPr>
        <p:cNvPr id="20" name="Shape 20"/>
        <p:cNvGrpSpPr/>
        <p:nvPr/>
      </p:nvGrpSpPr>
      <p:grpSpPr>
        <a:xfrm>
          <a:off x="0" y="0"/>
          <a:ext cx="0" cy="0"/>
          <a:chOff x="0" y="0"/>
          <a:chExt cx="0" cy="0"/>
        </a:xfrm>
      </p:grpSpPr>
      <p:sp>
        <p:nvSpPr>
          <p:cNvPr id="21" name="Google Shape;21;p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2" name="Google Shape;22;p5"/>
          <p:cNvSpPr txBox="1"/>
          <p:nvPr>
            <p:ph type="ctrTitle"/>
          </p:nvPr>
        </p:nvSpPr>
        <p:spPr>
          <a:xfrm>
            <a:off x="1371575" y="2140200"/>
            <a:ext cx="6400800" cy="1253700"/>
          </a:xfrm>
          <a:prstGeom prst="rect">
            <a:avLst/>
          </a:prstGeom>
        </p:spPr>
        <p:txBody>
          <a:bodyPr anchorCtr="0" anchor="ctr" bIns="0" lIns="0" spcFirstLastPara="1" rIns="0" wrap="square" tIns="0">
            <a:spAutoFit/>
          </a:bodyPr>
          <a:lstStyle>
            <a:lvl1pPr lvl="0" rtl="0" algn="ctr">
              <a:lnSpc>
                <a:spcPct val="100000"/>
              </a:lnSpc>
              <a:spcBef>
                <a:spcPts val="1000"/>
              </a:spcBef>
              <a:spcAft>
                <a:spcPts val="0"/>
              </a:spcAft>
              <a:buClr>
                <a:schemeClr val="lt1"/>
              </a:buClr>
              <a:buSzPts val="4000"/>
              <a:buNone/>
              <a:defRPr b="1" sz="4000">
                <a:solidFill>
                  <a:schemeClr val="lt1"/>
                </a:solidFill>
              </a:defRPr>
            </a:lvl1pPr>
            <a:lvl2pPr lvl="1" rtl="0" algn="ctr">
              <a:lnSpc>
                <a:spcPct val="100000"/>
              </a:lnSpc>
              <a:spcBef>
                <a:spcPts val="0"/>
              </a:spcBef>
              <a:spcAft>
                <a:spcPts val="0"/>
              </a:spcAft>
              <a:buClr>
                <a:schemeClr val="lt1"/>
              </a:buClr>
              <a:buSzPts val="4000"/>
              <a:buNone/>
              <a:defRPr sz="4000">
                <a:solidFill>
                  <a:schemeClr val="lt1"/>
                </a:solidFill>
              </a:defRPr>
            </a:lvl2pPr>
            <a:lvl3pPr lvl="2" rtl="0" algn="ctr">
              <a:lnSpc>
                <a:spcPct val="100000"/>
              </a:lnSpc>
              <a:spcBef>
                <a:spcPts val="0"/>
              </a:spcBef>
              <a:spcAft>
                <a:spcPts val="0"/>
              </a:spcAft>
              <a:buClr>
                <a:schemeClr val="lt1"/>
              </a:buClr>
              <a:buSzPts val="4000"/>
              <a:buNone/>
              <a:defRPr sz="4000">
                <a:solidFill>
                  <a:schemeClr val="lt1"/>
                </a:solidFill>
              </a:defRPr>
            </a:lvl3pPr>
            <a:lvl4pPr lvl="3" rtl="0" algn="ctr">
              <a:lnSpc>
                <a:spcPct val="100000"/>
              </a:lnSpc>
              <a:spcBef>
                <a:spcPts val="0"/>
              </a:spcBef>
              <a:spcAft>
                <a:spcPts val="0"/>
              </a:spcAft>
              <a:buClr>
                <a:schemeClr val="lt1"/>
              </a:buClr>
              <a:buSzPts val="4000"/>
              <a:buNone/>
              <a:defRPr sz="4000">
                <a:solidFill>
                  <a:schemeClr val="lt1"/>
                </a:solidFill>
              </a:defRPr>
            </a:lvl4pPr>
            <a:lvl5pPr lvl="4" rtl="0" algn="ctr">
              <a:lnSpc>
                <a:spcPct val="100000"/>
              </a:lnSpc>
              <a:spcBef>
                <a:spcPts val="0"/>
              </a:spcBef>
              <a:spcAft>
                <a:spcPts val="0"/>
              </a:spcAft>
              <a:buClr>
                <a:schemeClr val="lt1"/>
              </a:buClr>
              <a:buSzPts val="4000"/>
              <a:buNone/>
              <a:defRPr sz="4000">
                <a:solidFill>
                  <a:schemeClr val="lt1"/>
                </a:solidFill>
              </a:defRPr>
            </a:lvl5pPr>
            <a:lvl6pPr lvl="5" rtl="0" algn="ctr">
              <a:lnSpc>
                <a:spcPct val="100000"/>
              </a:lnSpc>
              <a:spcBef>
                <a:spcPts val="0"/>
              </a:spcBef>
              <a:spcAft>
                <a:spcPts val="0"/>
              </a:spcAft>
              <a:buClr>
                <a:schemeClr val="lt1"/>
              </a:buClr>
              <a:buSzPts val="4000"/>
              <a:buNone/>
              <a:defRPr sz="4000">
                <a:solidFill>
                  <a:schemeClr val="lt1"/>
                </a:solidFill>
              </a:defRPr>
            </a:lvl6pPr>
            <a:lvl7pPr lvl="6" rtl="0" algn="ctr">
              <a:lnSpc>
                <a:spcPct val="100000"/>
              </a:lnSpc>
              <a:spcBef>
                <a:spcPts val="0"/>
              </a:spcBef>
              <a:spcAft>
                <a:spcPts val="0"/>
              </a:spcAft>
              <a:buClr>
                <a:schemeClr val="lt1"/>
              </a:buClr>
              <a:buSzPts val="4000"/>
              <a:buNone/>
              <a:defRPr sz="4000">
                <a:solidFill>
                  <a:schemeClr val="lt1"/>
                </a:solidFill>
              </a:defRPr>
            </a:lvl7pPr>
            <a:lvl8pPr lvl="7" rtl="0" algn="ctr">
              <a:lnSpc>
                <a:spcPct val="100000"/>
              </a:lnSpc>
              <a:spcBef>
                <a:spcPts val="0"/>
              </a:spcBef>
              <a:spcAft>
                <a:spcPts val="0"/>
              </a:spcAft>
              <a:buClr>
                <a:schemeClr val="lt1"/>
              </a:buClr>
              <a:buSzPts val="4000"/>
              <a:buNone/>
              <a:defRPr sz="4000">
                <a:solidFill>
                  <a:schemeClr val="lt1"/>
                </a:solidFill>
              </a:defRPr>
            </a:lvl8pPr>
            <a:lvl9pPr lvl="8" rtl="0" algn="ctr">
              <a:lnSpc>
                <a:spcPct val="100000"/>
              </a:lnSpc>
              <a:spcBef>
                <a:spcPts val="0"/>
              </a:spcBef>
              <a:spcAft>
                <a:spcPts val="0"/>
              </a:spcAft>
              <a:buClr>
                <a:schemeClr val="lt1"/>
              </a:buClr>
              <a:buSzPts val="4000"/>
              <a:buNone/>
              <a:defRPr sz="4000">
                <a:solidFill>
                  <a:schemeClr val="lt1"/>
                </a:solidFill>
              </a:defRPr>
            </a:lvl9pPr>
          </a:lstStyle>
          <a:p/>
        </p:txBody>
      </p:sp>
      <p:sp>
        <p:nvSpPr>
          <p:cNvPr id="23" name="Google Shape;23;p5"/>
          <p:cNvSpPr txBox="1"/>
          <p:nvPr>
            <p:ph idx="1" type="subTitle"/>
          </p:nvPr>
        </p:nvSpPr>
        <p:spPr>
          <a:xfrm>
            <a:off x="1371625" y="1749600"/>
            <a:ext cx="6400800" cy="390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864">
          <p15:clr>
            <a:srgbClr val="E46962"/>
          </p15:clr>
        </p15:guide>
        <p15:guide id="2" pos="4896">
          <p15:clr>
            <a:srgbClr val="E46962"/>
          </p15:clr>
        </p15:guide>
        <p15:guide id="3" orient="horz" pos="16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type="secHead">
  <p:cSld name="SECTION_HEADER">
    <p:spTree>
      <p:nvGrpSpPr>
        <p:cNvPr id="24" name="Shape 24"/>
        <p:cNvGrpSpPr/>
        <p:nvPr/>
      </p:nvGrpSpPr>
      <p:grpSpPr>
        <a:xfrm>
          <a:off x="0" y="0"/>
          <a:ext cx="0" cy="0"/>
          <a:chOff x="0" y="0"/>
          <a:chExt cx="0" cy="0"/>
        </a:xfrm>
      </p:grpSpPr>
      <p:sp>
        <p:nvSpPr>
          <p:cNvPr id="25" name="Google Shape;25;p6"/>
          <p:cNvSpPr txBox="1"/>
          <p:nvPr>
            <p:ph type="title"/>
          </p:nvPr>
        </p:nvSpPr>
        <p:spPr>
          <a:xfrm>
            <a:off x="571500" y="2150850"/>
            <a:ext cx="8001000" cy="8418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26" name="Google Shape;26;p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7" name="Shape 27"/>
        <p:cNvGrpSpPr/>
        <p:nvPr/>
      </p:nvGrpSpPr>
      <p:grpSpPr>
        <a:xfrm>
          <a:off x="0" y="0"/>
          <a:ext cx="0" cy="0"/>
          <a:chOff x="0" y="0"/>
          <a:chExt cx="0" cy="0"/>
        </a:xfrm>
      </p:grpSpPr>
      <p:sp>
        <p:nvSpPr>
          <p:cNvPr id="28" name="Google Shape;28;p7"/>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29" name="Google Shape;29;p7"/>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0" name="Google Shape;30;p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CUSTOM_2">
    <p:spTree>
      <p:nvGrpSpPr>
        <p:cNvPr id="31" name="Shape 31"/>
        <p:cNvGrpSpPr/>
        <p:nvPr/>
      </p:nvGrpSpPr>
      <p:grpSpPr>
        <a:xfrm>
          <a:off x="0" y="0"/>
          <a:ext cx="0" cy="0"/>
          <a:chOff x="0" y="0"/>
          <a:chExt cx="0" cy="0"/>
        </a:xfrm>
      </p:grpSpPr>
      <p:sp>
        <p:nvSpPr>
          <p:cNvPr id="32" name="Google Shape;32;p8"/>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33" name="Google Shape;33;p8"/>
          <p:cNvSpPr/>
          <p:nvPr>
            <p:ph idx="2" type="pic"/>
          </p:nvPr>
        </p:nvSpPr>
        <p:spPr>
          <a:xfrm>
            <a:off x="5011488" y="962700"/>
            <a:ext cx="3218100" cy="3218100"/>
          </a:xfrm>
          <a:prstGeom prst="roundRect">
            <a:avLst>
              <a:gd fmla="val 1254" name="adj"/>
            </a:avLst>
          </a:prstGeom>
          <a:noFill/>
          <a:ln>
            <a:noFill/>
          </a:ln>
        </p:spPr>
      </p:sp>
      <p:sp>
        <p:nvSpPr>
          <p:cNvPr id="34" name="Google Shape;34;p8"/>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5" name="Google Shape;35;p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bullet points">
  <p:cSld name="CUSTOM_1_2">
    <p:spTree>
      <p:nvGrpSpPr>
        <p:cNvPr id="36" name="Shape 36"/>
        <p:cNvGrpSpPr/>
        <p:nvPr/>
      </p:nvGrpSpPr>
      <p:grpSpPr>
        <a:xfrm>
          <a:off x="0" y="0"/>
          <a:ext cx="0" cy="0"/>
          <a:chOff x="0" y="0"/>
          <a:chExt cx="0" cy="0"/>
        </a:xfrm>
      </p:grpSpPr>
      <p:sp>
        <p:nvSpPr>
          <p:cNvPr id="37" name="Google Shape;37;p9"/>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8" name="Google Shape;38;p9"/>
          <p:cNvSpPr txBox="1"/>
          <p:nvPr>
            <p:ph idx="1" type="body"/>
          </p:nvPr>
        </p:nvSpPr>
        <p:spPr>
          <a:xfrm>
            <a:off x="571500" y="1714500"/>
            <a:ext cx="4000500" cy="1023900"/>
          </a:xfrm>
          <a:prstGeom prst="rect">
            <a:avLst/>
          </a:prstGeom>
        </p:spPr>
        <p:txBody>
          <a:bodyPr anchorCtr="0" anchor="t" bIns="0" lIns="0" spcFirstLastPara="1" rIns="0" wrap="square" tIns="0">
            <a:sp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9" name="Google Shape;39;p9"/>
          <p:cNvSpPr txBox="1"/>
          <p:nvPr>
            <p:ph idx="2" type="body"/>
          </p:nvPr>
        </p:nvSpPr>
        <p:spPr>
          <a:xfrm>
            <a:off x="571500" y="2965425"/>
            <a:ext cx="4000500" cy="1606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0" name="Google Shape;40;p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_1">
    <p:spTree>
      <p:nvGrpSpPr>
        <p:cNvPr id="41" name="Shape 41"/>
        <p:cNvGrpSpPr/>
        <p:nvPr/>
      </p:nvGrpSpPr>
      <p:grpSpPr>
        <a:xfrm>
          <a:off x="0" y="0"/>
          <a:ext cx="0" cy="0"/>
          <a:chOff x="0" y="0"/>
          <a:chExt cx="0" cy="0"/>
        </a:xfrm>
      </p:grpSpPr>
      <p:sp>
        <p:nvSpPr>
          <p:cNvPr id="42" name="Google Shape;42;p10"/>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43" name="Google Shape;43;p10"/>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4" name="Google Shape;44;p1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CUSTOM_1_1_1">
    <p:spTree>
      <p:nvGrpSpPr>
        <p:cNvPr id="45" name="Shape 45"/>
        <p:cNvGrpSpPr/>
        <p:nvPr/>
      </p:nvGrpSpPr>
      <p:grpSpPr>
        <a:xfrm>
          <a:off x="0" y="0"/>
          <a:ext cx="0" cy="0"/>
          <a:chOff x="0" y="0"/>
          <a:chExt cx="0" cy="0"/>
        </a:xfrm>
      </p:grpSpPr>
      <p:sp>
        <p:nvSpPr>
          <p:cNvPr id="46" name="Google Shape;46;p11"/>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47" name="Google Shape;47;p11"/>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8" name="Google Shape;48;p1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49" name="Shape 49"/>
        <p:cNvGrpSpPr/>
        <p:nvPr/>
      </p:nvGrpSpPr>
      <p:grpSpPr>
        <a:xfrm>
          <a:off x="0" y="0"/>
          <a:ext cx="0" cy="0"/>
          <a:chOff x="0" y="0"/>
          <a:chExt cx="0" cy="0"/>
        </a:xfrm>
      </p:grpSpPr>
      <p:sp>
        <p:nvSpPr>
          <p:cNvPr id="50" name="Google Shape;50;p1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 name="Google Shape;51;p12"/>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52" name="Google Shape;52;p12"/>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p:cSld name="TITLE_AND_BODY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55" name="Google Shape;55;p13"/>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56" name="Google Shape;56;p13"/>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57" name="Google Shape;57;p13"/>
          <p:cNvSpPr txBox="1"/>
          <p:nvPr>
            <p:ph idx="2" type="body"/>
          </p:nvPr>
        </p:nvSpPr>
        <p:spPr>
          <a:xfrm>
            <a:off x="45720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itle, text and list">
  <p:cSld name="TITLE_AND_BODY_1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571500" y="1714496"/>
            <a:ext cx="30963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1" name="Google Shape;61;p14"/>
          <p:cNvSpPr txBox="1"/>
          <p:nvPr>
            <p:ph idx="2" type="body"/>
          </p:nvPr>
        </p:nvSpPr>
        <p:spPr>
          <a:xfrm>
            <a:off x="571500" y="2640248"/>
            <a:ext cx="30963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2" name="Google Shape;62;p14"/>
          <p:cNvSpPr txBox="1"/>
          <p:nvPr>
            <p:ph type="title"/>
          </p:nvPr>
        </p:nvSpPr>
        <p:spPr>
          <a:xfrm>
            <a:off x="571500" y="800100"/>
            <a:ext cx="30963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itle, text and list">
  <p:cSld name="CUSTOM_3">
    <p:spTree>
      <p:nvGrpSpPr>
        <p:cNvPr id="63" name="Shape 63"/>
        <p:cNvGrpSpPr/>
        <p:nvPr/>
      </p:nvGrpSpPr>
      <p:grpSpPr>
        <a:xfrm>
          <a:off x="0" y="0"/>
          <a:ext cx="0" cy="0"/>
          <a:chOff x="0" y="0"/>
          <a:chExt cx="0" cy="0"/>
        </a:xfrm>
      </p:grpSpPr>
      <p:sp>
        <p:nvSpPr>
          <p:cNvPr id="64" name="Google Shape;64;p15"/>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65" name="Google Shape;65;p15"/>
          <p:cNvSpPr txBox="1"/>
          <p:nvPr>
            <p:ph idx="1" type="body"/>
          </p:nvPr>
        </p:nvSpPr>
        <p:spPr>
          <a:xfrm>
            <a:off x="5715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6" name="Google Shape;66;p15"/>
          <p:cNvSpPr txBox="1"/>
          <p:nvPr>
            <p:ph idx="2" type="body"/>
          </p:nvPr>
        </p:nvSpPr>
        <p:spPr>
          <a:xfrm>
            <a:off x="5715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7" name="Google Shape;67;p15"/>
          <p:cNvSpPr txBox="1"/>
          <p:nvPr>
            <p:ph idx="3" type="body"/>
          </p:nvPr>
        </p:nvSpPr>
        <p:spPr>
          <a:xfrm>
            <a:off x="45720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8" name="Google Shape;68;p15"/>
          <p:cNvSpPr txBox="1"/>
          <p:nvPr>
            <p:ph idx="4" type="body"/>
          </p:nvPr>
        </p:nvSpPr>
        <p:spPr>
          <a:xfrm>
            <a:off x="45720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9" name="Google Shape;69;p1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70" name="Shape 70"/>
        <p:cNvGrpSpPr/>
        <p:nvPr/>
      </p:nvGrpSpPr>
      <p:grpSpPr>
        <a:xfrm>
          <a:off x="0" y="0"/>
          <a:ext cx="0" cy="0"/>
          <a:chOff x="0" y="0"/>
          <a:chExt cx="0" cy="0"/>
        </a:xfrm>
      </p:grpSpPr>
      <p:sp>
        <p:nvSpPr>
          <p:cNvPr id="71" name="Google Shape;71;p16"/>
          <p:cNvSpPr txBox="1"/>
          <p:nvPr>
            <p:ph idx="1"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72" name="Google Shape;72;p16"/>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3" name="Google Shape;73;p16"/>
          <p:cNvSpPr txBox="1"/>
          <p:nvPr>
            <p:ph idx="2"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74" name="Google Shape;74;p1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75" name="Shape 75"/>
        <p:cNvGrpSpPr/>
        <p:nvPr/>
      </p:nvGrpSpPr>
      <p:grpSpPr>
        <a:xfrm>
          <a:off x="0" y="0"/>
          <a:ext cx="0" cy="0"/>
          <a:chOff x="0" y="0"/>
          <a:chExt cx="0" cy="0"/>
        </a:xfrm>
      </p:grpSpPr>
      <p:sp>
        <p:nvSpPr>
          <p:cNvPr id="76" name="Google Shape;76;p1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77" name="Google Shape;77;p17"/>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8" name="Google Shape;78;p17"/>
          <p:cNvSpPr txBox="1"/>
          <p:nvPr>
            <p:ph idx="1"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79" name="Google Shape;79;p17"/>
          <p:cNvSpPr txBox="1"/>
          <p:nvPr>
            <p:ph idx="2" type="body"/>
          </p:nvPr>
        </p:nvSpPr>
        <p:spPr>
          <a:xfrm>
            <a:off x="45720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0" name="Google Shape;80;p17"/>
          <p:cNvSpPr txBox="1"/>
          <p:nvPr>
            <p:ph idx="3"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81" name="Google Shape;81;p17"/>
          <p:cNvSpPr txBox="1"/>
          <p:nvPr>
            <p:ph idx="4" type="subTitle"/>
          </p:nvPr>
        </p:nvSpPr>
        <p:spPr>
          <a:xfrm>
            <a:off x="45720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type="twoColTx">
  <p:cSld name="TITLE_AND_TWO_COLUMNS">
    <p:spTree>
      <p:nvGrpSpPr>
        <p:cNvPr id="82" name="Shape 82"/>
        <p:cNvGrpSpPr/>
        <p:nvPr/>
      </p:nvGrpSpPr>
      <p:grpSpPr>
        <a:xfrm>
          <a:off x="0" y="0"/>
          <a:ext cx="0" cy="0"/>
          <a:chOff x="0" y="0"/>
          <a:chExt cx="0" cy="0"/>
        </a:xfrm>
      </p:grpSpPr>
      <p:sp>
        <p:nvSpPr>
          <p:cNvPr id="83" name="Google Shape;83;p1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84" name="Google Shape;84;p18"/>
          <p:cNvSpPr txBox="1"/>
          <p:nvPr>
            <p:ph idx="1" type="body"/>
          </p:nvPr>
        </p:nvSpPr>
        <p:spPr>
          <a:xfrm>
            <a:off x="568350"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5" name="Google Shape;85;p18"/>
          <p:cNvSpPr txBox="1"/>
          <p:nvPr>
            <p:ph idx="2" type="body"/>
          </p:nvPr>
        </p:nvSpPr>
        <p:spPr>
          <a:xfrm>
            <a:off x="359467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6" name="Google Shape;86;p18"/>
          <p:cNvSpPr txBox="1"/>
          <p:nvPr>
            <p:ph idx="3" type="body"/>
          </p:nvPr>
        </p:nvSpPr>
        <p:spPr>
          <a:xfrm>
            <a:off x="661942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7" name="Google Shape;87;p18"/>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
    <p:spTree>
      <p:nvGrpSpPr>
        <p:cNvPr id="88" name="Shape 88"/>
        <p:cNvGrpSpPr/>
        <p:nvPr/>
      </p:nvGrpSpPr>
      <p:grpSpPr>
        <a:xfrm>
          <a:off x="0" y="0"/>
          <a:ext cx="0" cy="0"/>
          <a:chOff x="0" y="0"/>
          <a:chExt cx="0" cy="0"/>
        </a:xfrm>
      </p:grpSpPr>
      <p:sp>
        <p:nvSpPr>
          <p:cNvPr id="89" name="Google Shape;89;p1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0" name="Google Shape;90;p19"/>
          <p:cNvSpPr txBox="1"/>
          <p:nvPr>
            <p:ph idx="1" type="body"/>
          </p:nvPr>
        </p:nvSpPr>
        <p:spPr>
          <a:xfrm>
            <a:off x="571500"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1" name="Google Shape;91;p19"/>
          <p:cNvSpPr txBox="1"/>
          <p:nvPr>
            <p:ph idx="2" type="body"/>
          </p:nvPr>
        </p:nvSpPr>
        <p:spPr>
          <a:xfrm>
            <a:off x="3586271" y="2192100"/>
            <a:ext cx="19800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2" name="Google Shape;92;p19"/>
          <p:cNvSpPr txBox="1"/>
          <p:nvPr>
            <p:ph idx="3" type="body"/>
          </p:nvPr>
        </p:nvSpPr>
        <p:spPr>
          <a:xfrm>
            <a:off x="6604202"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3" name="Google Shape;93;p19"/>
          <p:cNvSpPr txBox="1"/>
          <p:nvPr>
            <p:ph idx="4" type="subTitle"/>
          </p:nvPr>
        </p:nvSpPr>
        <p:spPr>
          <a:xfrm>
            <a:off x="57990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4" name="Google Shape;94;p19"/>
          <p:cNvSpPr txBox="1"/>
          <p:nvPr>
            <p:ph idx="5" type="subTitle"/>
          </p:nvPr>
        </p:nvSpPr>
        <p:spPr>
          <a:xfrm>
            <a:off x="659895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5" name="Google Shape;95;p19"/>
          <p:cNvSpPr txBox="1"/>
          <p:nvPr>
            <p:ph idx="6" type="subTitle"/>
          </p:nvPr>
        </p:nvSpPr>
        <p:spPr>
          <a:xfrm>
            <a:off x="3597825"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6" name="Google Shape;96;p19"/>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97" name="Shape 97"/>
        <p:cNvGrpSpPr/>
        <p:nvPr/>
      </p:nvGrpSpPr>
      <p:grpSpPr>
        <a:xfrm>
          <a:off x="0" y="0"/>
          <a:ext cx="0" cy="0"/>
          <a:chOff x="0" y="0"/>
          <a:chExt cx="0" cy="0"/>
        </a:xfrm>
      </p:grpSpPr>
      <p:sp>
        <p:nvSpPr>
          <p:cNvPr id="98" name="Google Shape;98;p2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9" name="Google Shape;99;p20"/>
          <p:cNvSpPr txBox="1"/>
          <p:nvPr>
            <p:ph idx="1" type="body"/>
          </p:nvPr>
        </p:nvSpPr>
        <p:spPr>
          <a:xfrm>
            <a:off x="5715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0" name="Google Shape;100;p20"/>
          <p:cNvSpPr txBox="1"/>
          <p:nvPr>
            <p:ph idx="2" type="subTitle"/>
          </p:nvPr>
        </p:nvSpPr>
        <p:spPr>
          <a:xfrm>
            <a:off x="5715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1" name="Google Shape;101;p20"/>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02" name="Google Shape;102;p20"/>
          <p:cNvSpPr txBox="1"/>
          <p:nvPr>
            <p:ph idx="3" type="body"/>
          </p:nvPr>
        </p:nvSpPr>
        <p:spPr>
          <a:xfrm>
            <a:off x="26677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3" name="Google Shape;103;p20"/>
          <p:cNvSpPr txBox="1"/>
          <p:nvPr>
            <p:ph idx="4" type="subTitle"/>
          </p:nvPr>
        </p:nvSpPr>
        <p:spPr>
          <a:xfrm>
            <a:off x="26677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4" name="Google Shape;104;p20"/>
          <p:cNvSpPr txBox="1"/>
          <p:nvPr>
            <p:ph idx="5" type="body"/>
          </p:nvPr>
        </p:nvSpPr>
        <p:spPr>
          <a:xfrm>
            <a:off x="47639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5" name="Google Shape;105;p20"/>
          <p:cNvSpPr txBox="1"/>
          <p:nvPr>
            <p:ph idx="6" type="subTitle"/>
          </p:nvPr>
        </p:nvSpPr>
        <p:spPr>
          <a:xfrm>
            <a:off x="47639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6" name="Google Shape;106;p20"/>
          <p:cNvSpPr txBox="1"/>
          <p:nvPr>
            <p:ph idx="7" type="body"/>
          </p:nvPr>
        </p:nvSpPr>
        <p:spPr>
          <a:xfrm>
            <a:off x="68601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7" name="Google Shape;107;p20"/>
          <p:cNvSpPr txBox="1"/>
          <p:nvPr>
            <p:ph idx="8" type="subTitle"/>
          </p:nvPr>
        </p:nvSpPr>
        <p:spPr>
          <a:xfrm>
            <a:off x="68601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vertical">
  <p:cSld name="TITLE_AND_TWO_COLUMNS_1_1_1">
    <p:spTree>
      <p:nvGrpSpPr>
        <p:cNvPr id="108" name="Shape 108"/>
        <p:cNvGrpSpPr/>
        <p:nvPr/>
      </p:nvGrpSpPr>
      <p:grpSpPr>
        <a:xfrm>
          <a:off x="0" y="0"/>
          <a:ext cx="0" cy="0"/>
          <a:chOff x="0" y="0"/>
          <a:chExt cx="0" cy="0"/>
        </a:xfrm>
      </p:grpSpPr>
      <p:sp>
        <p:nvSpPr>
          <p:cNvPr id="109" name="Google Shape;109;p2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10" name="Google Shape;110;p21"/>
          <p:cNvSpPr txBox="1"/>
          <p:nvPr>
            <p:ph idx="1" type="body"/>
          </p:nvPr>
        </p:nvSpPr>
        <p:spPr>
          <a:xfrm>
            <a:off x="2741350" y="17184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1" name="Google Shape;111;p21"/>
          <p:cNvSpPr txBox="1"/>
          <p:nvPr>
            <p:ph idx="2" type="subTitle"/>
          </p:nvPr>
        </p:nvSpPr>
        <p:spPr>
          <a:xfrm>
            <a:off x="914400" y="1714500"/>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2" name="Google Shape;112;p21"/>
          <p:cNvSpPr txBox="1"/>
          <p:nvPr>
            <p:ph idx="3" type="subTitle"/>
          </p:nvPr>
        </p:nvSpPr>
        <p:spPr>
          <a:xfrm>
            <a:off x="914400" y="4027625"/>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3" name="Google Shape;113;p21"/>
          <p:cNvSpPr txBox="1"/>
          <p:nvPr>
            <p:ph idx="4" type="subTitle"/>
          </p:nvPr>
        </p:nvSpPr>
        <p:spPr>
          <a:xfrm>
            <a:off x="914400" y="2485542"/>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4" name="Google Shape;114;p21"/>
          <p:cNvSpPr txBox="1"/>
          <p:nvPr>
            <p:ph idx="5" type="subTitle"/>
          </p:nvPr>
        </p:nvSpPr>
        <p:spPr>
          <a:xfrm>
            <a:off x="914400" y="3256584"/>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5" name="Google Shape;115;p21"/>
          <p:cNvSpPr txBox="1"/>
          <p:nvPr>
            <p:ph type="title"/>
          </p:nvPr>
        </p:nvSpPr>
        <p:spPr>
          <a:xfrm>
            <a:off x="571500" y="800100"/>
            <a:ext cx="58257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16" name="Google Shape;116;p21"/>
          <p:cNvSpPr txBox="1"/>
          <p:nvPr>
            <p:ph idx="6" type="body"/>
          </p:nvPr>
        </p:nvSpPr>
        <p:spPr>
          <a:xfrm>
            <a:off x="2741350" y="24855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7" name="Google Shape;117;p21"/>
          <p:cNvSpPr txBox="1"/>
          <p:nvPr>
            <p:ph idx="7" type="body"/>
          </p:nvPr>
        </p:nvSpPr>
        <p:spPr>
          <a:xfrm>
            <a:off x="2741350" y="32527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8" name="Google Shape;118;p21"/>
          <p:cNvSpPr txBox="1"/>
          <p:nvPr>
            <p:ph idx="8" type="body"/>
          </p:nvPr>
        </p:nvSpPr>
        <p:spPr>
          <a:xfrm>
            <a:off x="2741350" y="40198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Tree>
  </p:cSld>
  <p:clrMapOvr>
    <a:masterClrMapping/>
  </p:clrMapOvr>
  <p:extLst>
    <p:ext uri="{DCECCB84-F9BA-43D5-87BE-67443E8EF086}">
      <p15:sldGuideLst>
        <p15:guide id="1" pos="576">
          <p15:clr>
            <a:srgbClr val="E46962"/>
          </p15:clr>
        </p15:guide>
        <p15:guide id="2" pos="1747">
          <p15:clr>
            <a:srgbClr val="E46962"/>
          </p15:clr>
        </p15:guide>
        <p15:guide id="3" pos="403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1" name="Google Shape;121;p22"/>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
    <p:spTree>
      <p:nvGrpSpPr>
        <p:cNvPr id="122" name="Shape 122"/>
        <p:cNvGrpSpPr/>
        <p:nvPr/>
      </p:nvGrpSpPr>
      <p:grpSpPr>
        <a:xfrm>
          <a:off x="0" y="0"/>
          <a:ext cx="0" cy="0"/>
          <a:chOff x="0" y="0"/>
          <a:chExt cx="0" cy="0"/>
        </a:xfrm>
      </p:grpSpPr>
      <p:sp>
        <p:nvSpPr>
          <p:cNvPr id="123" name="Google Shape;123;p2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24" name="Google Shape;124;p23"/>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25" name="Google Shape;125;p23"/>
          <p:cNvSpPr/>
          <p:nvPr>
            <p:ph idx="2" type="pic"/>
          </p:nvPr>
        </p:nvSpPr>
        <p:spPr>
          <a:xfrm>
            <a:off x="944450" y="1711050"/>
            <a:ext cx="7283700" cy="2861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26" name="Shape 126"/>
        <p:cNvGrpSpPr/>
        <p:nvPr/>
      </p:nvGrpSpPr>
      <p:grpSpPr>
        <a:xfrm>
          <a:off x="0" y="0"/>
          <a:ext cx="0" cy="0"/>
          <a:chOff x="0" y="0"/>
          <a:chExt cx="0" cy="0"/>
        </a:xfrm>
      </p:grpSpPr>
      <p:sp>
        <p:nvSpPr>
          <p:cNvPr id="127" name="Google Shape;127;p24"/>
          <p:cNvSpPr txBox="1"/>
          <p:nvPr>
            <p:ph idx="1" type="subTitle"/>
          </p:nvPr>
        </p:nvSpPr>
        <p:spPr>
          <a:xfrm>
            <a:off x="571500" y="4262700"/>
            <a:ext cx="3259200" cy="309300"/>
          </a:xfrm>
          <a:prstGeom prst="rect">
            <a:avLst/>
          </a:prstGeom>
          <a:solidFill>
            <a:schemeClr val="accent6"/>
          </a:solidFill>
        </p:spPr>
        <p:txBody>
          <a:bodyPr anchorCtr="0" anchor="ctr" bIns="91425" lIns="91425" spcFirstLastPara="1" rIns="91425" wrap="square" tIns="91425">
            <a:noAutofit/>
          </a:bodyPr>
          <a:lstStyle>
            <a:lvl1pPr lvl="0">
              <a:spcBef>
                <a:spcPts val="0"/>
              </a:spcBef>
              <a:spcAft>
                <a:spcPts val="0"/>
              </a:spcAft>
              <a:buSzPts val="1200"/>
              <a:buNone/>
              <a:defRPr sz="1000"/>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p:txBody>
      </p:sp>
      <p:sp>
        <p:nvSpPr>
          <p:cNvPr id="128" name="Google Shape;128;p24"/>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29" name="Google Shape;129;p2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full width">
  <p:cSld name="MAIN_POINT">
    <p:bg>
      <p:bgPr>
        <a:solidFill>
          <a:schemeClr val="dk1"/>
        </a:solidFill>
      </p:bgPr>
    </p:bg>
    <p:spTree>
      <p:nvGrpSpPr>
        <p:cNvPr id="130" name="Shape 130"/>
        <p:cNvGrpSpPr/>
        <p:nvPr/>
      </p:nvGrpSpPr>
      <p:grpSpPr>
        <a:xfrm>
          <a:off x="0" y="0"/>
          <a:ext cx="0" cy="0"/>
          <a:chOff x="0" y="0"/>
          <a:chExt cx="0" cy="0"/>
        </a:xfrm>
      </p:grpSpPr>
      <p:sp>
        <p:nvSpPr>
          <p:cNvPr id="131" name="Google Shape;131;p25"/>
          <p:cNvSpPr txBox="1"/>
          <p:nvPr>
            <p:ph type="title"/>
          </p:nvPr>
        </p:nvSpPr>
        <p:spPr>
          <a:xfrm>
            <a:off x="905175" y="800100"/>
            <a:ext cx="7333800" cy="37719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132" name="Google Shape;132;p2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33" name="Shape 133"/>
        <p:cNvGrpSpPr/>
        <p:nvPr/>
      </p:nvGrpSpPr>
      <p:grpSpPr>
        <a:xfrm>
          <a:off x="0" y="0"/>
          <a:ext cx="0" cy="0"/>
          <a:chOff x="0" y="0"/>
          <a:chExt cx="0" cy="0"/>
        </a:xfrm>
      </p:grpSpPr>
      <p:sp>
        <p:nvSpPr>
          <p:cNvPr id="134" name="Google Shape;134;p2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35" name="Google Shape;135;p26"/>
          <p:cNvSpPr txBox="1"/>
          <p:nvPr>
            <p:ph type="title"/>
          </p:nvPr>
        </p:nvSpPr>
        <p:spPr>
          <a:xfrm>
            <a:off x="571500" y="909025"/>
            <a:ext cx="4000500" cy="3663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icture">
  <p:cSld name="CAPTION_ONLY">
    <p:bg>
      <p:bgPr>
        <a:solidFill>
          <a:schemeClr val="lt2"/>
        </a:solidFill>
      </p:bgPr>
    </p:bg>
    <p:spTree>
      <p:nvGrpSpPr>
        <p:cNvPr id="136" name="Shape 136"/>
        <p:cNvGrpSpPr/>
        <p:nvPr/>
      </p:nvGrpSpPr>
      <p:grpSpPr>
        <a:xfrm>
          <a:off x="0" y="0"/>
          <a:ext cx="0" cy="0"/>
          <a:chOff x="0" y="0"/>
          <a:chExt cx="0" cy="0"/>
        </a:xfrm>
      </p:grpSpPr>
      <p:sp>
        <p:nvSpPr>
          <p:cNvPr id="137" name="Google Shape;137;p2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8" name="Google Shape;138;p27"/>
          <p:cNvSpPr txBox="1"/>
          <p:nvPr>
            <p:ph type="title"/>
          </p:nvPr>
        </p:nvSpPr>
        <p:spPr>
          <a:xfrm>
            <a:off x="905175" y="571500"/>
            <a:ext cx="3666900" cy="40005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Clr>
                <a:schemeClr val="lt1"/>
              </a:buClr>
              <a:buSzPts val="3200"/>
              <a:buNone/>
              <a:defRPr sz="3200">
                <a:solidFill>
                  <a:schemeClr val="lt1"/>
                </a:solidFill>
              </a:defRPr>
            </a:lvl1pPr>
            <a:lvl2pPr lvl="1"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139" name="Google Shape;139;p27"/>
          <p:cNvSpPr/>
          <p:nvPr>
            <p:ph idx="2" type="pic"/>
          </p:nvPr>
        </p:nvSpPr>
        <p:spPr>
          <a:xfrm>
            <a:off x="5028888" y="962700"/>
            <a:ext cx="3218100" cy="3218100"/>
          </a:xfrm>
          <a:prstGeom prst="roundRect">
            <a:avLst>
              <a:gd fmla="val 1254" name="adj"/>
            </a:avLst>
          </a:prstGeom>
          <a:noFill/>
          <a:ln>
            <a:noFill/>
          </a:ln>
        </p:spPr>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Quote ">
  <p:cSld name="CUSTOM_4_1">
    <p:bg>
      <p:bgPr>
        <a:solidFill>
          <a:schemeClr val="dk1"/>
        </a:solidFill>
      </p:bgPr>
    </p:bg>
    <p:spTree>
      <p:nvGrpSpPr>
        <p:cNvPr id="140" name="Shape 140"/>
        <p:cNvGrpSpPr/>
        <p:nvPr/>
      </p:nvGrpSpPr>
      <p:grpSpPr>
        <a:xfrm>
          <a:off x="0" y="0"/>
          <a:ext cx="0" cy="0"/>
          <a:chOff x="0" y="0"/>
          <a:chExt cx="0" cy="0"/>
        </a:xfrm>
      </p:grpSpPr>
      <p:sp>
        <p:nvSpPr>
          <p:cNvPr id="141" name="Google Shape;141;p28"/>
          <p:cNvSpPr txBox="1"/>
          <p:nvPr>
            <p:ph type="title"/>
          </p:nvPr>
        </p:nvSpPr>
        <p:spPr>
          <a:xfrm>
            <a:off x="917425" y="3711750"/>
            <a:ext cx="3654600" cy="415200"/>
          </a:xfrm>
          <a:prstGeom prst="rect">
            <a:avLst/>
          </a:prstGeom>
        </p:spPr>
        <p:txBody>
          <a:bodyPr anchorCtr="0" anchor="t" bIns="0" lIns="0" spcFirstLastPara="1" rIns="0" wrap="square" tIns="0">
            <a:noAutofit/>
          </a:bodyPr>
          <a:lstStyle>
            <a:lvl1pPr lvl="0" rt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p:txBody>
      </p:sp>
      <p:sp>
        <p:nvSpPr>
          <p:cNvPr id="142" name="Google Shape;142;p28"/>
          <p:cNvSpPr txBox="1"/>
          <p:nvPr>
            <p:ph idx="1" type="subTitle"/>
          </p:nvPr>
        </p:nvSpPr>
        <p:spPr>
          <a:xfrm>
            <a:off x="917425" y="1714500"/>
            <a:ext cx="5483400" cy="1923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3200"/>
              <a:buNone/>
              <a:defRPr b="1" sz="3200">
                <a:solidFill>
                  <a:schemeClr val="lt1"/>
                </a:solidFill>
                <a:latin typeface="Poppins"/>
                <a:ea typeface="Poppins"/>
                <a:cs typeface="Poppins"/>
                <a:sym typeface="Poppins"/>
              </a:defRPr>
            </a:lvl1pPr>
            <a:lvl2pPr lvl="1" rtl="0">
              <a:lnSpc>
                <a:spcPct val="100000"/>
              </a:lnSpc>
              <a:spcBef>
                <a:spcPts val="0"/>
              </a:spcBef>
              <a:spcAft>
                <a:spcPts val="0"/>
              </a:spcAft>
              <a:buSzPts val="3200"/>
              <a:buNone/>
              <a:defRPr sz="3200"/>
            </a:lvl2pPr>
            <a:lvl3pPr lvl="2" rtl="0">
              <a:lnSpc>
                <a:spcPct val="100000"/>
              </a:lnSpc>
              <a:spcBef>
                <a:spcPts val="1000"/>
              </a:spcBef>
              <a:spcAft>
                <a:spcPts val="0"/>
              </a:spcAft>
              <a:buSzPts val="3200"/>
              <a:buNone/>
              <a:defRPr sz="3200"/>
            </a:lvl3pPr>
            <a:lvl4pPr lvl="3" rtl="0">
              <a:lnSpc>
                <a:spcPct val="100000"/>
              </a:lnSpc>
              <a:spcBef>
                <a:spcPts val="1000"/>
              </a:spcBef>
              <a:spcAft>
                <a:spcPts val="0"/>
              </a:spcAft>
              <a:buSzPts val="3200"/>
              <a:buNone/>
              <a:defRPr sz="3200"/>
            </a:lvl4pPr>
            <a:lvl5pPr lvl="4" rtl="0">
              <a:lnSpc>
                <a:spcPct val="100000"/>
              </a:lnSpc>
              <a:spcBef>
                <a:spcPts val="1000"/>
              </a:spcBef>
              <a:spcAft>
                <a:spcPts val="0"/>
              </a:spcAft>
              <a:buSzPts val="3200"/>
              <a:buNone/>
              <a:defRPr sz="3200"/>
            </a:lvl5pPr>
            <a:lvl6pPr lvl="5" rtl="0">
              <a:lnSpc>
                <a:spcPct val="100000"/>
              </a:lnSpc>
              <a:spcBef>
                <a:spcPts val="1000"/>
              </a:spcBef>
              <a:spcAft>
                <a:spcPts val="0"/>
              </a:spcAft>
              <a:buSzPts val="3200"/>
              <a:buNone/>
              <a:defRPr sz="3200"/>
            </a:lvl6pPr>
            <a:lvl7pPr lvl="6" rtl="0">
              <a:lnSpc>
                <a:spcPct val="100000"/>
              </a:lnSpc>
              <a:spcBef>
                <a:spcPts val="1000"/>
              </a:spcBef>
              <a:spcAft>
                <a:spcPts val="0"/>
              </a:spcAft>
              <a:buSzPts val="3200"/>
              <a:buNone/>
              <a:defRPr sz="3200"/>
            </a:lvl7pPr>
            <a:lvl8pPr lvl="7" rtl="0">
              <a:lnSpc>
                <a:spcPct val="100000"/>
              </a:lnSpc>
              <a:spcBef>
                <a:spcPts val="1000"/>
              </a:spcBef>
              <a:spcAft>
                <a:spcPts val="0"/>
              </a:spcAft>
              <a:buSzPts val="3200"/>
              <a:buNone/>
              <a:defRPr sz="3200"/>
            </a:lvl8pPr>
            <a:lvl9pPr lvl="8" rtl="0">
              <a:lnSpc>
                <a:spcPct val="100000"/>
              </a:lnSpc>
              <a:spcBef>
                <a:spcPts val="1000"/>
              </a:spcBef>
              <a:spcAft>
                <a:spcPts val="1000"/>
              </a:spcAft>
              <a:buSzPts val="3200"/>
              <a:buNone/>
              <a:defRPr sz="3200"/>
            </a:lvl9pPr>
          </a:lstStyle>
          <a:p/>
        </p:txBody>
      </p:sp>
      <p:sp>
        <p:nvSpPr>
          <p:cNvPr id="143" name="Google Shape;143;p2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8">
          <p15:clr>
            <a:srgbClr val="E46962"/>
          </p15:clr>
        </p15:guide>
        <p15:guide id="2" pos="4032">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icture Shield">
  <p:cSld name="CUSTOM_8">
    <p:spTree>
      <p:nvGrpSpPr>
        <p:cNvPr id="144" name="Shape 144"/>
        <p:cNvGrpSpPr/>
        <p:nvPr/>
      </p:nvGrpSpPr>
      <p:grpSpPr>
        <a:xfrm>
          <a:off x="0" y="0"/>
          <a:ext cx="0" cy="0"/>
          <a:chOff x="0" y="0"/>
          <a:chExt cx="0" cy="0"/>
        </a:xfrm>
      </p:grpSpPr>
      <p:sp>
        <p:nvSpPr>
          <p:cNvPr id="145" name="Google Shape;145;p29"/>
          <p:cNvSpPr txBox="1"/>
          <p:nvPr>
            <p:ph type="title"/>
          </p:nvPr>
        </p:nvSpPr>
        <p:spPr>
          <a:xfrm>
            <a:off x="914400" y="1830350"/>
            <a:ext cx="3197700" cy="2741700"/>
          </a:xfrm>
          <a:prstGeom prst="rect">
            <a:avLst/>
          </a:prstGeom>
        </p:spPr>
        <p:txBody>
          <a:bodyPr anchorCtr="0" anchor="t" bIns="0" lIns="0" spcFirstLastPara="1" rIns="0" wrap="square" tIns="0">
            <a:noAutofit/>
          </a:bodyPr>
          <a:lstStyle>
            <a:lvl1pPr lvl="0">
              <a:spcBef>
                <a:spcPts val="0"/>
              </a:spcBef>
              <a:spcAft>
                <a:spcPts val="0"/>
              </a:spcAft>
              <a:buSzPts val="1400"/>
              <a:buFont typeface="Poppins SemiBold"/>
              <a:buNone/>
              <a:defRPr b="0" sz="1400">
                <a:latin typeface="Poppins SemiBold"/>
                <a:ea typeface="Poppins SemiBold"/>
                <a:cs typeface="Poppins SemiBold"/>
                <a:sym typeface="Poppins SemiBold"/>
              </a:defRPr>
            </a:lvl1pPr>
            <a:lvl2pPr lvl="1">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p:txBody>
      </p:sp>
      <p:sp>
        <p:nvSpPr>
          <p:cNvPr id="146" name="Google Shape;146;p2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47" name="Shape 147"/>
        <p:cNvGrpSpPr/>
        <p:nvPr/>
      </p:nvGrpSpPr>
      <p:grpSpPr>
        <a:xfrm>
          <a:off x="0" y="0"/>
          <a:ext cx="0" cy="0"/>
          <a:chOff x="0" y="0"/>
          <a:chExt cx="0" cy="0"/>
        </a:xfrm>
      </p:grpSpPr>
      <p:sp>
        <p:nvSpPr>
          <p:cNvPr id="148" name="Google Shape;148;p30"/>
          <p:cNvSpPr txBox="1"/>
          <p:nvPr>
            <p:ph type="title"/>
          </p:nvPr>
        </p:nvSpPr>
        <p:spPr>
          <a:xfrm>
            <a:off x="5139900" y="1823725"/>
            <a:ext cx="3089700" cy="17433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49" name="Google Shape;149;p30"/>
          <p:cNvSpPr txBox="1"/>
          <p:nvPr>
            <p:ph idx="2"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150" name="Google Shape;150;p30"/>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51" name="Google Shape;151;p30"/>
          <p:cNvSpPr txBox="1"/>
          <p:nvPr>
            <p:ph idx="3" type="title"/>
          </p:nvPr>
        </p:nvSpPr>
        <p:spPr>
          <a:xfrm>
            <a:off x="5139900" y="4108200"/>
            <a:ext cx="3089700" cy="2319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52" name="Google Shape;152;p30"/>
          <p:cNvSpPr txBox="1"/>
          <p:nvPr>
            <p:ph idx="4" type="body"/>
          </p:nvPr>
        </p:nvSpPr>
        <p:spPr>
          <a:xfrm>
            <a:off x="5139900" y="4340100"/>
            <a:ext cx="3089700" cy="231900"/>
          </a:xfrm>
          <a:prstGeom prst="rect">
            <a:avLst/>
          </a:prstGeom>
        </p:spPr>
        <p:txBody>
          <a:bodyPr anchorCtr="0" anchor="t" bIns="0" lIns="0" spcFirstLastPara="1" rIns="0" wrap="square" tIns="0">
            <a:noAutofit/>
          </a:bodyPr>
          <a:lstStyle>
            <a:lvl1pPr indent="-292100" lvl="0" marL="457200" rtl="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rtl="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292100" lvl="2" marL="1371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indent="-292100" lvl="3" marL="18288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indent="-292100" lvl="4" marL="22860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indent="-292100" lvl="5" marL="27432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indent="-292100" lvl="6" marL="32004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indent="-292100" lvl="7" marL="3657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indent="-292100" lvl="8" marL="4114800" rtl="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p:txBody>
      </p:sp>
      <p:sp>
        <p:nvSpPr>
          <p:cNvPr id="153" name="Google Shape;153;p3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4" name="Shape 154"/>
        <p:cNvGrpSpPr/>
        <p:nvPr/>
      </p:nvGrpSpPr>
      <p:grpSpPr>
        <a:xfrm>
          <a:off x="0" y="0"/>
          <a:ext cx="0" cy="0"/>
          <a:chOff x="0" y="0"/>
          <a:chExt cx="0" cy="0"/>
        </a:xfrm>
      </p:grpSpPr>
      <p:sp>
        <p:nvSpPr>
          <p:cNvPr id="155" name="Google Shape;155;p3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80">
          <p15:clr>
            <a:srgbClr val="E46962"/>
          </p15:clr>
        </p15:guide>
        <p15:guide id="2" orient="horz" pos="165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3">
  <p:cSld name="MAIN_POINT_1_1_1">
    <p:bg>
      <p:bgPr>
        <a:solidFill>
          <a:srgbClr val="C1C0CE"/>
        </a:solidFill>
      </p:bgPr>
    </p:bg>
    <p:spTree>
      <p:nvGrpSpPr>
        <p:cNvPr id="156" name="Shape 156"/>
        <p:cNvGrpSpPr/>
        <p:nvPr/>
      </p:nvGrpSpPr>
      <p:grpSpPr>
        <a:xfrm>
          <a:off x="0" y="0"/>
          <a:ext cx="0" cy="0"/>
          <a:chOff x="0" y="0"/>
          <a:chExt cx="0" cy="0"/>
        </a:xfrm>
      </p:grpSpPr>
      <p:sp>
        <p:nvSpPr>
          <p:cNvPr id="157" name="Google Shape;157;p32"/>
          <p:cNvSpPr txBox="1"/>
          <p:nvPr>
            <p:ph type="title"/>
          </p:nvPr>
        </p:nvSpPr>
        <p:spPr>
          <a:xfrm>
            <a:off x="1368000" y="1903775"/>
            <a:ext cx="4574400" cy="991800"/>
          </a:xfrm>
          <a:prstGeom prst="rect">
            <a:avLst/>
          </a:prstGeom>
        </p:spPr>
        <p:txBody>
          <a:bodyPr anchorCtr="0" anchor="ctr" bIns="0" lIns="0" spcFirstLastPara="1" rIns="0" wrap="square" tIns="0">
            <a:noAutofit/>
          </a:bodyPr>
          <a:lstStyle>
            <a:lvl1pPr lvl="0" rtl="0">
              <a:spcBef>
                <a:spcPts val="0"/>
              </a:spcBef>
              <a:spcAft>
                <a:spcPts val="0"/>
              </a:spcAft>
              <a:buClr>
                <a:srgbClr val="FCFCFC"/>
              </a:buClr>
              <a:buSzPts val="4800"/>
              <a:buNone/>
              <a:defRPr sz="2600"/>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
        <p:nvSpPr>
          <p:cNvPr id="158" name="Google Shape;158;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59" name="Google Shape;159;p32"/>
          <p:cNvSpPr txBox="1"/>
          <p:nvPr>
            <p:ph idx="2" type="title"/>
          </p:nvPr>
        </p:nvSpPr>
        <p:spPr>
          <a:xfrm>
            <a:off x="1368000" y="1402075"/>
            <a:ext cx="4574400" cy="538800"/>
          </a:xfrm>
          <a:prstGeom prst="rect">
            <a:avLst/>
          </a:prstGeom>
        </p:spPr>
        <p:txBody>
          <a:bodyPr anchorCtr="0" anchor="ctr" bIns="0" lIns="0" spcFirstLastPara="1" rIns="0" wrap="square" tIns="0">
            <a:noAutofit/>
          </a:bodyPr>
          <a:lstStyle>
            <a:lvl1pPr lvl="0" rtl="0">
              <a:spcBef>
                <a:spcPts val="0"/>
              </a:spcBef>
              <a:spcAft>
                <a:spcPts val="0"/>
              </a:spcAft>
              <a:buClr>
                <a:srgbClr val="FCFCFC"/>
              </a:buClr>
              <a:buSzPts val="4800"/>
              <a:buNone/>
              <a:defRPr>
                <a:solidFill>
                  <a:schemeClr val="accent4"/>
                </a:solidFill>
              </a:defRPr>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164" name="Shape 164"/>
        <p:cNvGrpSpPr/>
        <p:nvPr/>
      </p:nvGrpSpPr>
      <p:grpSpPr>
        <a:xfrm>
          <a:off x="0" y="0"/>
          <a:ext cx="0" cy="0"/>
          <a:chOff x="0" y="0"/>
          <a:chExt cx="0" cy="0"/>
        </a:xfrm>
      </p:grpSpPr>
      <p:sp>
        <p:nvSpPr>
          <p:cNvPr id="165" name="Google Shape;165;p34"/>
          <p:cNvSpPr txBox="1"/>
          <p:nvPr>
            <p:ph type="ctrTitle"/>
          </p:nvPr>
        </p:nvSpPr>
        <p:spPr>
          <a:xfrm>
            <a:off x="1371550" y="2105100"/>
            <a:ext cx="6400800" cy="1253700"/>
          </a:xfrm>
          <a:prstGeom prst="rect">
            <a:avLst/>
          </a:prstGeom>
        </p:spPr>
        <p:txBody>
          <a:bodyPr anchorCtr="0" anchor="ctr" bIns="0" lIns="0" spcFirstLastPara="1" rIns="0" wrap="square" tIns="0">
            <a:spAutoFit/>
          </a:bodyPr>
          <a:lstStyle>
            <a:lvl1pPr lvl="0" rtl="0">
              <a:lnSpc>
                <a:spcPct val="100000"/>
              </a:lnSpc>
              <a:spcBef>
                <a:spcPts val="1000"/>
              </a:spcBef>
              <a:spcAft>
                <a:spcPts val="0"/>
              </a:spcAft>
              <a:buClr>
                <a:schemeClr val="lt1"/>
              </a:buClr>
              <a:buSzPts val="4000"/>
              <a:buNone/>
              <a:defRPr b="1" sz="4000">
                <a:solidFill>
                  <a:schemeClr val="lt1"/>
                </a:solidFill>
              </a:defRPr>
            </a:lvl1pPr>
            <a:lvl2pPr lvl="1" rtl="0">
              <a:lnSpc>
                <a:spcPct val="100000"/>
              </a:lnSpc>
              <a:spcBef>
                <a:spcPts val="0"/>
              </a:spcBef>
              <a:spcAft>
                <a:spcPts val="0"/>
              </a:spcAft>
              <a:buClr>
                <a:schemeClr val="lt1"/>
              </a:buClr>
              <a:buSzPts val="4000"/>
              <a:buNone/>
              <a:defRPr sz="4000">
                <a:solidFill>
                  <a:schemeClr val="lt1"/>
                </a:solidFill>
              </a:defRPr>
            </a:lvl2pPr>
            <a:lvl3pPr lvl="2" rtl="0">
              <a:lnSpc>
                <a:spcPct val="100000"/>
              </a:lnSpc>
              <a:spcBef>
                <a:spcPts val="0"/>
              </a:spcBef>
              <a:spcAft>
                <a:spcPts val="0"/>
              </a:spcAft>
              <a:buClr>
                <a:schemeClr val="lt1"/>
              </a:buClr>
              <a:buSzPts val="4000"/>
              <a:buNone/>
              <a:defRPr sz="4000">
                <a:solidFill>
                  <a:schemeClr val="lt1"/>
                </a:solidFill>
              </a:defRPr>
            </a:lvl3pPr>
            <a:lvl4pPr lvl="3" rtl="0">
              <a:lnSpc>
                <a:spcPct val="100000"/>
              </a:lnSpc>
              <a:spcBef>
                <a:spcPts val="0"/>
              </a:spcBef>
              <a:spcAft>
                <a:spcPts val="0"/>
              </a:spcAft>
              <a:buClr>
                <a:schemeClr val="lt1"/>
              </a:buClr>
              <a:buSzPts val="4000"/>
              <a:buNone/>
              <a:defRPr sz="4000">
                <a:solidFill>
                  <a:schemeClr val="lt1"/>
                </a:solidFill>
              </a:defRPr>
            </a:lvl4pPr>
            <a:lvl5pPr lvl="4" rtl="0">
              <a:lnSpc>
                <a:spcPct val="100000"/>
              </a:lnSpc>
              <a:spcBef>
                <a:spcPts val="0"/>
              </a:spcBef>
              <a:spcAft>
                <a:spcPts val="0"/>
              </a:spcAft>
              <a:buClr>
                <a:schemeClr val="lt1"/>
              </a:buClr>
              <a:buSzPts val="4000"/>
              <a:buNone/>
              <a:defRPr sz="4000">
                <a:solidFill>
                  <a:schemeClr val="lt1"/>
                </a:solidFill>
              </a:defRPr>
            </a:lvl5pPr>
            <a:lvl6pPr lvl="5" rtl="0">
              <a:lnSpc>
                <a:spcPct val="100000"/>
              </a:lnSpc>
              <a:spcBef>
                <a:spcPts val="0"/>
              </a:spcBef>
              <a:spcAft>
                <a:spcPts val="0"/>
              </a:spcAft>
              <a:buClr>
                <a:schemeClr val="lt1"/>
              </a:buClr>
              <a:buSzPts val="4000"/>
              <a:buNone/>
              <a:defRPr sz="4000">
                <a:solidFill>
                  <a:schemeClr val="lt1"/>
                </a:solidFill>
              </a:defRPr>
            </a:lvl6pPr>
            <a:lvl7pPr lvl="6" rtl="0">
              <a:lnSpc>
                <a:spcPct val="100000"/>
              </a:lnSpc>
              <a:spcBef>
                <a:spcPts val="0"/>
              </a:spcBef>
              <a:spcAft>
                <a:spcPts val="0"/>
              </a:spcAft>
              <a:buClr>
                <a:schemeClr val="lt1"/>
              </a:buClr>
              <a:buSzPts val="4000"/>
              <a:buNone/>
              <a:defRPr sz="4000">
                <a:solidFill>
                  <a:schemeClr val="lt1"/>
                </a:solidFill>
              </a:defRPr>
            </a:lvl7pPr>
            <a:lvl8pPr lvl="7" rtl="0">
              <a:lnSpc>
                <a:spcPct val="100000"/>
              </a:lnSpc>
              <a:spcBef>
                <a:spcPts val="0"/>
              </a:spcBef>
              <a:spcAft>
                <a:spcPts val="0"/>
              </a:spcAft>
              <a:buClr>
                <a:schemeClr val="lt1"/>
              </a:buClr>
              <a:buSzPts val="4000"/>
              <a:buNone/>
              <a:defRPr sz="4000">
                <a:solidFill>
                  <a:schemeClr val="lt1"/>
                </a:solidFill>
              </a:defRPr>
            </a:lvl8pPr>
            <a:lvl9pPr lvl="8" rtl="0">
              <a:lnSpc>
                <a:spcPct val="100000"/>
              </a:lnSpc>
              <a:spcBef>
                <a:spcPts val="0"/>
              </a:spcBef>
              <a:spcAft>
                <a:spcPts val="0"/>
              </a:spcAft>
              <a:buClr>
                <a:schemeClr val="lt1"/>
              </a:buClr>
              <a:buSzPts val="4000"/>
              <a:buNone/>
              <a:defRPr sz="4000">
                <a:solidFill>
                  <a:schemeClr val="lt1"/>
                </a:solidFill>
              </a:defRPr>
            </a:lvl9pPr>
          </a:lstStyle>
          <a:p/>
        </p:txBody>
      </p:sp>
      <p:sp>
        <p:nvSpPr>
          <p:cNvPr id="166" name="Google Shape;166;p34"/>
          <p:cNvSpPr txBox="1"/>
          <p:nvPr>
            <p:ph idx="1" type="subTitle"/>
          </p:nvPr>
        </p:nvSpPr>
        <p:spPr>
          <a:xfrm>
            <a:off x="1371600" y="1714500"/>
            <a:ext cx="6400800" cy="3906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rt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
        <p:nvSpPr>
          <p:cNvPr id="167" name="Google Shape;167;p3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168" name="Google Shape;168;p34"/>
          <p:cNvPicPr preferRelativeResize="0"/>
          <p:nvPr/>
        </p:nvPicPr>
        <p:blipFill rotWithShape="1">
          <a:blip r:embed="rId2">
            <a:alphaModFix/>
          </a:blip>
          <a:srcRect b="0" l="0" r="83757" t="0"/>
          <a:stretch/>
        </p:blipFill>
        <p:spPr>
          <a:xfrm>
            <a:off x="8349849" y="571500"/>
            <a:ext cx="222649" cy="237100"/>
          </a:xfrm>
          <a:prstGeom prst="rect">
            <a:avLst/>
          </a:prstGeom>
          <a:noFill/>
          <a:ln>
            <a:noFill/>
          </a:ln>
        </p:spPr>
      </p:pic>
    </p:spTree>
  </p:cSld>
  <p:clrMapOvr>
    <a:masterClrMapping/>
  </p:clrMapOvr>
  <p:extLst>
    <p:ext uri="{DCECCB84-F9BA-43D5-87BE-67443E8EF086}">
      <p15:sldGuideLst>
        <p15:guide id="1" pos="864">
          <p15:clr>
            <a:srgbClr val="E46962"/>
          </p15:clr>
        </p15:guide>
        <p15:guide id="2" pos="489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ining Agenda">
  <p:cSld name="CUSTOM_5_1">
    <p:spTree>
      <p:nvGrpSpPr>
        <p:cNvPr id="169" name="Shape 169"/>
        <p:cNvGrpSpPr/>
        <p:nvPr/>
      </p:nvGrpSpPr>
      <p:grpSpPr>
        <a:xfrm>
          <a:off x="0" y="0"/>
          <a:ext cx="0" cy="0"/>
          <a:chOff x="0" y="0"/>
          <a:chExt cx="0" cy="0"/>
        </a:xfrm>
      </p:grpSpPr>
      <p:sp>
        <p:nvSpPr>
          <p:cNvPr id="170" name="Google Shape;170;p35"/>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71" name="Google Shape;171;p3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72" name="Shape 172"/>
        <p:cNvGrpSpPr/>
        <p:nvPr/>
      </p:nvGrpSpPr>
      <p:grpSpPr>
        <a:xfrm>
          <a:off x="0" y="0"/>
          <a:ext cx="0" cy="0"/>
          <a:chOff x="0" y="0"/>
          <a:chExt cx="0" cy="0"/>
        </a:xfrm>
      </p:grpSpPr>
      <p:sp>
        <p:nvSpPr>
          <p:cNvPr id="173" name="Google Shape;173;p36"/>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None/>
              <a:defRPr b="1">
                <a:solidFill>
                  <a:schemeClr val="lt1"/>
                </a:solidFill>
              </a:defRPr>
            </a:lvl1pPr>
            <a:lvl2pPr lvl="1" rtl="0">
              <a:spcBef>
                <a:spcPts val="0"/>
              </a:spcBef>
              <a:spcAft>
                <a:spcPts val="0"/>
              </a:spcAft>
              <a:buClr>
                <a:schemeClr val="lt1"/>
              </a:buClr>
              <a:buSzPts val="1800"/>
              <a:buNone/>
              <a:defRPr>
                <a:solidFill>
                  <a:schemeClr val="lt1"/>
                </a:solidFill>
              </a:defRPr>
            </a:lvl2pPr>
            <a:lvl3pPr lvl="2" rtl="0">
              <a:spcBef>
                <a:spcPts val="0"/>
              </a:spcBef>
              <a:spcAft>
                <a:spcPts val="0"/>
              </a:spcAft>
              <a:buClr>
                <a:schemeClr val="lt1"/>
              </a:buClr>
              <a:buSzPts val="1800"/>
              <a:buNone/>
              <a:defRPr>
                <a:solidFill>
                  <a:schemeClr val="lt1"/>
                </a:solidFill>
              </a:defRPr>
            </a:lvl3pPr>
            <a:lvl4pPr lvl="3" rtl="0">
              <a:spcBef>
                <a:spcPts val="0"/>
              </a:spcBef>
              <a:spcAft>
                <a:spcPts val="0"/>
              </a:spcAft>
              <a:buClr>
                <a:schemeClr val="lt1"/>
              </a:buClr>
              <a:buSzPts val="1800"/>
              <a:buNone/>
              <a:defRPr>
                <a:solidFill>
                  <a:schemeClr val="lt1"/>
                </a:solidFill>
              </a:defRPr>
            </a:lvl4pPr>
            <a:lvl5pPr lvl="4" rtl="0">
              <a:spcBef>
                <a:spcPts val="0"/>
              </a:spcBef>
              <a:spcAft>
                <a:spcPts val="0"/>
              </a:spcAft>
              <a:buClr>
                <a:schemeClr val="lt1"/>
              </a:buClr>
              <a:buSzPts val="1800"/>
              <a:buNone/>
              <a:defRPr>
                <a:solidFill>
                  <a:schemeClr val="lt1"/>
                </a:solidFill>
              </a:defRPr>
            </a:lvl5pPr>
            <a:lvl6pPr lvl="5" rtl="0">
              <a:spcBef>
                <a:spcPts val="0"/>
              </a:spcBef>
              <a:spcAft>
                <a:spcPts val="0"/>
              </a:spcAft>
              <a:buClr>
                <a:schemeClr val="lt1"/>
              </a:buClr>
              <a:buSzPts val="1800"/>
              <a:buNone/>
              <a:defRPr>
                <a:solidFill>
                  <a:schemeClr val="lt1"/>
                </a:solidFill>
              </a:defRPr>
            </a:lvl6pPr>
            <a:lvl7pPr lvl="6" rtl="0">
              <a:spcBef>
                <a:spcPts val="0"/>
              </a:spcBef>
              <a:spcAft>
                <a:spcPts val="0"/>
              </a:spcAft>
              <a:buClr>
                <a:schemeClr val="lt1"/>
              </a:buClr>
              <a:buSzPts val="1800"/>
              <a:buNone/>
              <a:defRPr>
                <a:solidFill>
                  <a:schemeClr val="lt1"/>
                </a:solidFill>
              </a:defRPr>
            </a:lvl7pPr>
            <a:lvl8pPr lvl="7" rtl="0">
              <a:spcBef>
                <a:spcPts val="0"/>
              </a:spcBef>
              <a:spcAft>
                <a:spcPts val="0"/>
              </a:spcAft>
              <a:buClr>
                <a:schemeClr val="lt1"/>
              </a:buClr>
              <a:buSzPts val="1800"/>
              <a:buNone/>
              <a:defRPr>
                <a:solidFill>
                  <a:schemeClr val="lt1"/>
                </a:solidFill>
              </a:defRPr>
            </a:lvl8pPr>
            <a:lvl9pPr lvl="8" rtl="0">
              <a:spcBef>
                <a:spcPts val="0"/>
              </a:spcBef>
              <a:spcAft>
                <a:spcPts val="0"/>
              </a:spcAft>
              <a:buClr>
                <a:schemeClr val="lt1"/>
              </a:buClr>
              <a:buSzPts val="1800"/>
              <a:buNone/>
              <a:defRPr>
                <a:solidFill>
                  <a:schemeClr val="lt1"/>
                </a:solidFill>
              </a:defRPr>
            </a:lvl9pPr>
          </a:lstStyle>
          <a:p/>
        </p:txBody>
      </p:sp>
      <p:sp>
        <p:nvSpPr>
          <p:cNvPr id="174" name="Google Shape;174;p3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_3">
    <p:bg>
      <p:bgPr>
        <a:solidFill>
          <a:schemeClr val="dk1"/>
        </a:solidFill>
      </p:bgPr>
    </p:bg>
    <p:spTree>
      <p:nvGrpSpPr>
        <p:cNvPr id="175" name="Shape 175"/>
        <p:cNvGrpSpPr/>
        <p:nvPr/>
      </p:nvGrpSpPr>
      <p:grpSpPr>
        <a:xfrm>
          <a:off x="0" y="0"/>
          <a:ext cx="0" cy="0"/>
          <a:chOff x="0" y="0"/>
          <a:chExt cx="0" cy="0"/>
        </a:xfrm>
      </p:grpSpPr>
      <p:sp>
        <p:nvSpPr>
          <p:cNvPr id="176" name="Google Shape;176;p3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77" name="Google Shape;177;p37"/>
          <p:cNvSpPr txBox="1"/>
          <p:nvPr>
            <p:ph type="ctrTitle"/>
          </p:nvPr>
        </p:nvSpPr>
        <p:spPr>
          <a:xfrm>
            <a:off x="1371575" y="2140200"/>
            <a:ext cx="6400800" cy="1253700"/>
          </a:xfrm>
          <a:prstGeom prst="rect">
            <a:avLst/>
          </a:prstGeom>
        </p:spPr>
        <p:txBody>
          <a:bodyPr anchorCtr="0" anchor="ctr" bIns="0" lIns="0" spcFirstLastPara="1" rIns="0" wrap="square" tIns="0">
            <a:spAutoFit/>
          </a:bodyPr>
          <a:lstStyle>
            <a:lvl1pPr lvl="0" rtl="0" algn="ctr">
              <a:lnSpc>
                <a:spcPct val="100000"/>
              </a:lnSpc>
              <a:spcBef>
                <a:spcPts val="1000"/>
              </a:spcBef>
              <a:spcAft>
                <a:spcPts val="0"/>
              </a:spcAft>
              <a:buClr>
                <a:schemeClr val="lt1"/>
              </a:buClr>
              <a:buSzPts val="4000"/>
              <a:buNone/>
              <a:defRPr b="1" sz="4000">
                <a:solidFill>
                  <a:schemeClr val="lt1"/>
                </a:solidFill>
              </a:defRPr>
            </a:lvl1pPr>
            <a:lvl2pPr lvl="1" rtl="0" algn="ctr">
              <a:lnSpc>
                <a:spcPct val="100000"/>
              </a:lnSpc>
              <a:spcBef>
                <a:spcPts val="0"/>
              </a:spcBef>
              <a:spcAft>
                <a:spcPts val="0"/>
              </a:spcAft>
              <a:buClr>
                <a:schemeClr val="lt1"/>
              </a:buClr>
              <a:buSzPts val="4000"/>
              <a:buNone/>
              <a:defRPr sz="4000">
                <a:solidFill>
                  <a:schemeClr val="lt1"/>
                </a:solidFill>
              </a:defRPr>
            </a:lvl2pPr>
            <a:lvl3pPr lvl="2" rtl="0" algn="ctr">
              <a:lnSpc>
                <a:spcPct val="100000"/>
              </a:lnSpc>
              <a:spcBef>
                <a:spcPts val="0"/>
              </a:spcBef>
              <a:spcAft>
                <a:spcPts val="0"/>
              </a:spcAft>
              <a:buClr>
                <a:schemeClr val="lt1"/>
              </a:buClr>
              <a:buSzPts val="4000"/>
              <a:buNone/>
              <a:defRPr sz="4000">
                <a:solidFill>
                  <a:schemeClr val="lt1"/>
                </a:solidFill>
              </a:defRPr>
            </a:lvl3pPr>
            <a:lvl4pPr lvl="3" rtl="0" algn="ctr">
              <a:lnSpc>
                <a:spcPct val="100000"/>
              </a:lnSpc>
              <a:spcBef>
                <a:spcPts val="0"/>
              </a:spcBef>
              <a:spcAft>
                <a:spcPts val="0"/>
              </a:spcAft>
              <a:buClr>
                <a:schemeClr val="lt1"/>
              </a:buClr>
              <a:buSzPts val="4000"/>
              <a:buNone/>
              <a:defRPr sz="4000">
                <a:solidFill>
                  <a:schemeClr val="lt1"/>
                </a:solidFill>
              </a:defRPr>
            </a:lvl4pPr>
            <a:lvl5pPr lvl="4" rtl="0" algn="ctr">
              <a:lnSpc>
                <a:spcPct val="100000"/>
              </a:lnSpc>
              <a:spcBef>
                <a:spcPts val="0"/>
              </a:spcBef>
              <a:spcAft>
                <a:spcPts val="0"/>
              </a:spcAft>
              <a:buClr>
                <a:schemeClr val="lt1"/>
              </a:buClr>
              <a:buSzPts val="4000"/>
              <a:buNone/>
              <a:defRPr sz="4000">
                <a:solidFill>
                  <a:schemeClr val="lt1"/>
                </a:solidFill>
              </a:defRPr>
            </a:lvl5pPr>
            <a:lvl6pPr lvl="5" rtl="0" algn="ctr">
              <a:lnSpc>
                <a:spcPct val="100000"/>
              </a:lnSpc>
              <a:spcBef>
                <a:spcPts val="0"/>
              </a:spcBef>
              <a:spcAft>
                <a:spcPts val="0"/>
              </a:spcAft>
              <a:buClr>
                <a:schemeClr val="lt1"/>
              </a:buClr>
              <a:buSzPts val="4000"/>
              <a:buNone/>
              <a:defRPr sz="4000">
                <a:solidFill>
                  <a:schemeClr val="lt1"/>
                </a:solidFill>
              </a:defRPr>
            </a:lvl6pPr>
            <a:lvl7pPr lvl="6" rtl="0" algn="ctr">
              <a:lnSpc>
                <a:spcPct val="100000"/>
              </a:lnSpc>
              <a:spcBef>
                <a:spcPts val="0"/>
              </a:spcBef>
              <a:spcAft>
                <a:spcPts val="0"/>
              </a:spcAft>
              <a:buClr>
                <a:schemeClr val="lt1"/>
              </a:buClr>
              <a:buSzPts val="4000"/>
              <a:buNone/>
              <a:defRPr sz="4000">
                <a:solidFill>
                  <a:schemeClr val="lt1"/>
                </a:solidFill>
              </a:defRPr>
            </a:lvl7pPr>
            <a:lvl8pPr lvl="7" rtl="0" algn="ctr">
              <a:lnSpc>
                <a:spcPct val="100000"/>
              </a:lnSpc>
              <a:spcBef>
                <a:spcPts val="0"/>
              </a:spcBef>
              <a:spcAft>
                <a:spcPts val="0"/>
              </a:spcAft>
              <a:buClr>
                <a:schemeClr val="lt1"/>
              </a:buClr>
              <a:buSzPts val="4000"/>
              <a:buNone/>
              <a:defRPr sz="4000">
                <a:solidFill>
                  <a:schemeClr val="lt1"/>
                </a:solidFill>
              </a:defRPr>
            </a:lvl8pPr>
            <a:lvl9pPr lvl="8" rtl="0" algn="ctr">
              <a:lnSpc>
                <a:spcPct val="100000"/>
              </a:lnSpc>
              <a:spcBef>
                <a:spcPts val="0"/>
              </a:spcBef>
              <a:spcAft>
                <a:spcPts val="0"/>
              </a:spcAft>
              <a:buClr>
                <a:schemeClr val="lt1"/>
              </a:buClr>
              <a:buSzPts val="4000"/>
              <a:buNone/>
              <a:defRPr sz="4000">
                <a:solidFill>
                  <a:schemeClr val="lt1"/>
                </a:solidFill>
              </a:defRPr>
            </a:lvl9pPr>
          </a:lstStyle>
          <a:p/>
        </p:txBody>
      </p:sp>
      <p:sp>
        <p:nvSpPr>
          <p:cNvPr id="178" name="Google Shape;178;p37"/>
          <p:cNvSpPr txBox="1"/>
          <p:nvPr>
            <p:ph idx="1" type="subTitle"/>
          </p:nvPr>
        </p:nvSpPr>
        <p:spPr>
          <a:xfrm>
            <a:off x="1371625" y="1749600"/>
            <a:ext cx="6400800" cy="390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864">
          <p15:clr>
            <a:srgbClr val="E46962"/>
          </p15:clr>
        </p15:guide>
        <p15:guide id="2" pos="4896">
          <p15:clr>
            <a:srgbClr val="E46962"/>
          </p15:clr>
        </p15:guide>
        <p15:guide id="3" orient="horz" pos="162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type="secHead">
  <p:cSld name="SECTION_HEADER">
    <p:spTree>
      <p:nvGrpSpPr>
        <p:cNvPr id="179" name="Shape 179"/>
        <p:cNvGrpSpPr/>
        <p:nvPr/>
      </p:nvGrpSpPr>
      <p:grpSpPr>
        <a:xfrm>
          <a:off x="0" y="0"/>
          <a:ext cx="0" cy="0"/>
          <a:chOff x="0" y="0"/>
          <a:chExt cx="0" cy="0"/>
        </a:xfrm>
      </p:grpSpPr>
      <p:sp>
        <p:nvSpPr>
          <p:cNvPr id="180" name="Google Shape;180;p38"/>
          <p:cNvSpPr txBox="1"/>
          <p:nvPr>
            <p:ph type="title"/>
          </p:nvPr>
        </p:nvSpPr>
        <p:spPr>
          <a:xfrm>
            <a:off x="571500" y="2150850"/>
            <a:ext cx="8001000" cy="8418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Clr>
                <a:schemeClr val="dk2"/>
              </a:buClr>
              <a:buSzPts val="3200"/>
              <a:buNone/>
              <a:defRPr sz="3200">
                <a:solidFill>
                  <a:schemeClr val="dk2"/>
                </a:solidFill>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p:txBody>
      </p:sp>
      <p:sp>
        <p:nvSpPr>
          <p:cNvPr id="181" name="Google Shape;181;p3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2" name="Shape 182"/>
        <p:cNvGrpSpPr/>
        <p:nvPr/>
      </p:nvGrpSpPr>
      <p:grpSpPr>
        <a:xfrm>
          <a:off x="0" y="0"/>
          <a:ext cx="0" cy="0"/>
          <a:chOff x="0" y="0"/>
          <a:chExt cx="0" cy="0"/>
        </a:xfrm>
      </p:grpSpPr>
      <p:sp>
        <p:nvSpPr>
          <p:cNvPr id="183" name="Google Shape;183;p39"/>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184" name="Google Shape;184;p39"/>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85" name="Google Shape;185;p3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CUSTOM_2">
    <p:spTree>
      <p:nvGrpSpPr>
        <p:cNvPr id="186" name="Shape 186"/>
        <p:cNvGrpSpPr/>
        <p:nvPr/>
      </p:nvGrpSpPr>
      <p:grpSpPr>
        <a:xfrm>
          <a:off x="0" y="0"/>
          <a:ext cx="0" cy="0"/>
          <a:chOff x="0" y="0"/>
          <a:chExt cx="0" cy="0"/>
        </a:xfrm>
      </p:grpSpPr>
      <p:sp>
        <p:nvSpPr>
          <p:cNvPr id="187" name="Google Shape;187;p40"/>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188" name="Google Shape;188;p40"/>
          <p:cNvSpPr/>
          <p:nvPr>
            <p:ph idx="2" type="pic"/>
          </p:nvPr>
        </p:nvSpPr>
        <p:spPr>
          <a:xfrm>
            <a:off x="5011488" y="962700"/>
            <a:ext cx="3218100" cy="3218100"/>
          </a:xfrm>
          <a:prstGeom prst="roundRect">
            <a:avLst>
              <a:gd fmla="val 1254" name="adj"/>
            </a:avLst>
          </a:prstGeom>
          <a:noFill/>
          <a:ln>
            <a:noFill/>
          </a:ln>
        </p:spPr>
      </p:sp>
      <p:sp>
        <p:nvSpPr>
          <p:cNvPr id="189" name="Google Shape;189;p40"/>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90" name="Google Shape;190;p4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bullet points">
  <p:cSld name="CUSTOM_1_2">
    <p:spTree>
      <p:nvGrpSpPr>
        <p:cNvPr id="191" name="Shape 191"/>
        <p:cNvGrpSpPr/>
        <p:nvPr/>
      </p:nvGrpSpPr>
      <p:grpSpPr>
        <a:xfrm>
          <a:off x="0" y="0"/>
          <a:ext cx="0" cy="0"/>
          <a:chOff x="0" y="0"/>
          <a:chExt cx="0" cy="0"/>
        </a:xfrm>
      </p:grpSpPr>
      <p:sp>
        <p:nvSpPr>
          <p:cNvPr id="192" name="Google Shape;192;p41"/>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93" name="Google Shape;193;p41"/>
          <p:cNvSpPr txBox="1"/>
          <p:nvPr>
            <p:ph idx="1" type="body"/>
          </p:nvPr>
        </p:nvSpPr>
        <p:spPr>
          <a:xfrm>
            <a:off x="571500" y="1714500"/>
            <a:ext cx="4000500" cy="1023900"/>
          </a:xfrm>
          <a:prstGeom prst="rect">
            <a:avLst/>
          </a:prstGeom>
        </p:spPr>
        <p:txBody>
          <a:bodyPr anchorCtr="0" anchor="t" bIns="0" lIns="0" spcFirstLastPara="1" rIns="0" wrap="square" tIns="0">
            <a:sp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94" name="Google Shape;194;p41"/>
          <p:cNvSpPr txBox="1"/>
          <p:nvPr>
            <p:ph idx="2" type="body"/>
          </p:nvPr>
        </p:nvSpPr>
        <p:spPr>
          <a:xfrm>
            <a:off x="571500" y="2965425"/>
            <a:ext cx="4000500" cy="1606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95" name="Google Shape;195;p4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_1">
    <p:spTree>
      <p:nvGrpSpPr>
        <p:cNvPr id="196" name="Shape 196"/>
        <p:cNvGrpSpPr/>
        <p:nvPr/>
      </p:nvGrpSpPr>
      <p:grpSpPr>
        <a:xfrm>
          <a:off x="0" y="0"/>
          <a:ext cx="0" cy="0"/>
          <a:chOff x="0" y="0"/>
          <a:chExt cx="0" cy="0"/>
        </a:xfrm>
      </p:grpSpPr>
      <p:sp>
        <p:nvSpPr>
          <p:cNvPr id="197" name="Google Shape;197;p42"/>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198" name="Google Shape;198;p42"/>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99" name="Google Shape;199;p4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CUSTOM_1_1_1">
    <p:spTree>
      <p:nvGrpSpPr>
        <p:cNvPr id="200" name="Shape 200"/>
        <p:cNvGrpSpPr/>
        <p:nvPr/>
      </p:nvGrpSpPr>
      <p:grpSpPr>
        <a:xfrm>
          <a:off x="0" y="0"/>
          <a:ext cx="0" cy="0"/>
          <a:chOff x="0" y="0"/>
          <a:chExt cx="0" cy="0"/>
        </a:xfrm>
      </p:grpSpPr>
      <p:sp>
        <p:nvSpPr>
          <p:cNvPr id="201" name="Google Shape;201;p43"/>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202" name="Google Shape;202;p43"/>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03" name="Google Shape;203;p4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204" name="Shape 204"/>
        <p:cNvGrpSpPr/>
        <p:nvPr/>
      </p:nvGrpSpPr>
      <p:grpSpPr>
        <a:xfrm>
          <a:off x="0" y="0"/>
          <a:ext cx="0" cy="0"/>
          <a:chOff x="0" y="0"/>
          <a:chExt cx="0" cy="0"/>
        </a:xfrm>
      </p:grpSpPr>
      <p:sp>
        <p:nvSpPr>
          <p:cNvPr id="205" name="Google Shape;205;p4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06" name="Google Shape;206;p44"/>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207" name="Google Shape;207;p44"/>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p:cSld name="TITLE_AND_BODY_1">
    <p:spTree>
      <p:nvGrpSpPr>
        <p:cNvPr id="208" name="Shape 208"/>
        <p:cNvGrpSpPr/>
        <p:nvPr/>
      </p:nvGrpSpPr>
      <p:grpSpPr>
        <a:xfrm>
          <a:off x="0" y="0"/>
          <a:ext cx="0" cy="0"/>
          <a:chOff x="0" y="0"/>
          <a:chExt cx="0" cy="0"/>
        </a:xfrm>
      </p:grpSpPr>
      <p:sp>
        <p:nvSpPr>
          <p:cNvPr id="209" name="Google Shape;209;p4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10" name="Google Shape;210;p45"/>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211" name="Google Shape;211;p45"/>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12" name="Google Shape;212;p45"/>
          <p:cNvSpPr txBox="1"/>
          <p:nvPr>
            <p:ph idx="2" type="body"/>
          </p:nvPr>
        </p:nvSpPr>
        <p:spPr>
          <a:xfrm>
            <a:off x="45720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itle, text and list">
  <p:cSld name="TITLE_AND_BODY_1_1">
    <p:spTree>
      <p:nvGrpSpPr>
        <p:cNvPr id="213" name="Shape 213"/>
        <p:cNvGrpSpPr/>
        <p:nvPr/>
      </p:nvGrpSpPr>
      <p:grpSpPr>
        <a:xfrm>
          <a:off x="0" y="0"/>
          <a:ext cx="0" cy="0"/>
          <a:chOff x="0" y="0"/>
          <a:chExt cx="0" cy="0"/>
        </a:xfrm>
      </p:grpSpPr>
      <p:sp>
        <p:nvSpPr>
          <p:cNvPr id="214" name="Google Shape;214;p4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15" name="Google Shape;215;p46"/>
          <p:cNvSpPr txBox="1"/>
          <p:nvPr>
            <p:ph idx="1" type="body"/>
          </p:nvPr>
        </p:nvSpPr>
        <p:spPr>
          <a:xfrm>
            <a:off x="571500" y="1714496"/>
            <a:ext cx="30963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16" name="Google Shape;216;p46"/>
          <p:cNvSpPr txBox="1"/>
          <p:nvPr>
            <p:ph idx="2" type="body"/>
          </p:nvPr>
        </p:nvSpPr>
        <p:spPr>
          <a:xfrm>
            <a:off x="571500" y="2640248"/>
            <a:ext cx="30963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17" name="Google Shape;217;p46"/>
          <p:cNvSpPr txBox="1"/>
          <p:nvPr>
            <p:ph type="title"/>
          </p:nvPr>
        </p:nvSpPr>
        <p:spPr>
          <a:xfrm>
            <a:off x="571500" y="800100"/>
            <a:ext cx="30963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itle, text and list">
  <p:cSld name="CUSTOM_3">
    <p:spTree>
      <p:nvGrpSpPr>
        <p:cNvPr id="218" name="Shape 218"/>
        <p:cNvGrpSpPr/>
        <p:nvPr/>
      </p:nvGrpSpPr>
      <p:grpSpPr>
        <a:xfrm>
          <a:off x="0" y="0"/>
          <a:ext cx="0" cy="0"/>
          <a:chOff x="0" y="0"/>
          <a:chExt cx="0" cy="0"/>
        </a:xfrm>
      </p:grpSpPr>
      <p:sp>
        <p:nvSpPr>
          <p:cNvPr id="219" name="Google Shape;219;p47"/>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20" name="Google Shape;220;p47"/>
          <p:cNvSpPr txBox="1"/>
          <p:nvPr>
            <p:ph idx="1" type="body"/>
          </p:nvPr>
        </p:nvSpPr>
        <p:spPr>
          <a:xfrm>
            <a:off x="5715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21" name="Google Shape;221;p47"/>
          <p:cNvSpPr txBox="1"/>
          <p:nvPr>
            <p:ph idx="2" type="body"/>
          </p:nvPr>
        </p:nvSpPr>
        <p:spPr>
          <a:xfrm>
            <a:off x="5715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22" name="Google Shape;222;p47"/>
          <p:cNvSpPr txBox="1"/>
          <p:nvPr>
            <p:ph idx="3" type="body"/>
          </p:nvPr>
        </p:nvSpPr>
        <p:spPr>
          <a:xfrm>
            <a:off x="45720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23" name="Google Shape;223;p47"/>
          <p:cNvSpPr txBox="1"/>
          <p:nvPr>
            <p:ph idx="4" type="body"/>
          </p:nvPr>
        </p:nvSpPr>
        <p:spPr>
          <a:xfrm>
            <a:off x="45720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24" name="Google Shape;224;p4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25" name="Shape 225"/>
        <p:cNvGrpSpPr/>
        <p:nvPr/>
      </p:nvGrpSpPr>
      <p:grpSpPr>
        <a:xfrm>
          <a:off x="0" y="0"/>
          <a:ext cx="0" cy="0"/>
          <a:chOff x="0" y="0"/>
          <a:chExt cx="0" cy="0"/>
        </a:xfrm>
      </p:grpSpPr>
      <p:sp>
        <p:nvSpPr>
          <p:cNvPr id="226" name="Google Shape;226;p48"/>
          <p:cNvSpPr txBox="1"/>
          <p:nvPr>
            <p:ph idx="1"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227" name="Google Shape;227;p48"/>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28" name="Google Shape;228;p48"/>
          <p:cNvSpPr txBox="1"/>
          <p:nvPr>
            <p:ph idx="2"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29" name="Google Shape;229;p4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230" name="Shape 230"/>
        <p:cNvGrpSpPr/>
        <p:nvPr/>
      </p:nvGrpSpPr>
      <p:grpSpPr>
        <a:xfrm>
          <a:off x="0" y="0"/>
          <a:ext cx="0" cy="0"/>
          <a:chOff x="0" y="0"/>
          <a:chExt cx="0" cy="0"/>
        </a:xfrm>
      </p:grpSpPr>
      <p:sp>
        <p:nvSpPr>
          <p:cNvPr id="231" name="Google Shape;231;p4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32" name="Google Shape;232;p49"/>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33" name="Google Shape;233;p49"/>
          <p:cNvSpPr txBox="1"/>
          <p:nvPr>
            <p:ph idx="1"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34" name="Google Shape;234;p49"/>
          <p:cNvSpPr txBox="1"/>
          <p:nvPr>
            <p:ph idx="2" type="body"/>
          </p:nvPr>
        </p:nvSpPr>
        <p:spPr>
          <a:xfrm>
            <a:off x="45720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35" name="Google Shape;235;p49"/>
          <p:cNvSpPr txBox="1"/>
          <p:nvPr>
            <p:ph idx="3"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236" name="Google Shape;236;p49"/>
          <p:cNvSpPr txBox="1"/>
          <p:nvPr>
            <p:ph idx="4" type="subTitle"/>
          </p:nvPr>
        </p:nvSpPr>
        <p:spPr>
          <a:xfrm>
            <a:off x="45720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type="twoColTx">
  <p:cSld name="TITLE_AND_TWO_COLUMNS">
    <p:spTree>
      <p:nvGrpSpPr>
        <p:cNvPr id="237" name="Shape 237"/>
        <p:cNvGrpSpPr/>
        <p:nvPr/>
      </p:nvGrpSpPr>
      <p:grpSpPr>
        <a:xfrm>
          <a:off x="0" y="0"/>
          <a:ext cx="0" cy="0"/>
          <a:chOff x="0" y="0"/>
          <a:chExt cx="0" cy="0"/>
        </a:xfrm>
      </p:grpSpPr>
      <p:sp>
        <p:nvSpPr>
          <p:cNvPr id="238" name="Google Shape;238;p5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39" name="Google Shape;239;p50"/>
          <p:cNvSpPr txBox="1"/>
          <p:nvPr>
            <p:ph idx="1" type="body"/>
          </p:nvPr>
        </p:nvSpPr>
        <p:spPr>
          <a:xfrm>
            <a:off x="568350"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0" name="Google Shape;240;p50"/>
          <p:cNvSpPr txBox="1"/>
          <p:nvPr>
            <p:ph idx="2" type="body"/>
          </p:nvPr>
        </p:nvSpPr>
        <p:spPr>
          <a:xfrm>
            <a:off x="359467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1" name="Google Shape;241;p50"/>
          <p:cNvSpPr txBox="1"/>
          <p:nvPr>
            <p:ph idx="3" type="body"/>
          </p:nvPr>
        </p:nvSpPr>
        <p:spPr>
          <a:xfrm>
            <a:off x="661942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2" name="Google Shape;242;p50"/>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
    <p:spTree>
      <p:nvGrpSpPr>
        <p:cNvPr id="243" name="Shape 243"/>
        <p:cNvGrpSpPr/>
        <p:nvPr/>
      </p:nvGrpSpPr>
      <p:grpSpPr>
        <a:xfrm>
          <a:off x="0" y="0"/>
          <a:ext cx="0" cy="0"/>
          <a:chOff x="0" y="0"/>
          <a:chExt cx="0" cy="0"/>
        </a:xfrm>
      </p:grpSpPr>
      <p:sp>
        <p:nvSpPr>
          <p:cNvPr id="244" name="Google Shape;244;p5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45" name="Google Shape;245;p51"/>
          <p:cNvSpPr txBox="1"/>
          <p:nvPr>
            <p:ph idx="1" type="body"/>
          </p:nvPr>
        </p:nvSpPr>
        <p:spPr>
          <a:xfrm>
            <a:off x="571500"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6" name="Google Shape;246;p51"/>
          <p:cNvSpPr txBox="1"/>
          <p:nvPr>
            <p:ph idx="2" type="body"/>
          </p:nvPr>
        </p:nvSpPr>
        <p:spPr>
          <a:xfrm>
            <a:off x="3586271" y="2192100"/>
            <a:ext cx="19800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7" name="Google Shape;247;p51"/>
          <p:cNvSpPr txBox="1"/>
          <p:nvPr>
            <p:ph idx="3" type="body"/>
          </p:nvPr>
        </p:nvSpPr>
        <p:spPr>
          <a:xfrm>
            <a:off x="6604202"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48" name="Google Shape;248;p51"/>
          <p:cNvSpPr txBox="1"/>
          <p:nvPr>
            <p:ph idx="4" type="subTitle"/>
          </p:nvPr>
        </p:nvSpPr>
        <p:spPr>
          <a:xfrm>
            <a:off x="57990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49" name="Google Shape;249;p51"/>
          <p:cNvSpPr txBox="1"/>
          <p:nvPr>
            <p:ph idx="5" type="subTitle"/>
          </p:nvPr>
        </p:nvSpPr>
        <p:spPr>
          <a:xfrm>
            <a:off x="659895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50" name="Google Shape;250;p51"/>
          <p:cNvSpPr txBox="1"/>
          <p:nvPr>
            <p:ph idx="6" type="subTitle"/>
          </p:nvPr>
        </p:nvSpPr>
        <p:spPr>
          <a:xfrm>
            <a:off x="3597825"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51" name="Google Shape;251;p51"/>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52" name="Shape 252"/>
        <p:cNvGrpSpPr/>
        <p:nvPr/>
      </p:nvGrpSpPr>
      <p:grpSpPr>
        <a:xfrm>
          <a:off x="0" y="0"/>
          <a:ext cx="0" cy="0"/>
          <a:chOff x="0" y="0"/>
          <a:chExt cx="0" cy="0"/>
        </a:xfrm>
      </p:grpSpPr>
      <p:sp>
        <p:nvSpPr>
          <p:cNvPr id="253" name="Google Shape;253;p5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54" name="Google Shape;254;p52"/>
          <p:cNvSpPr txBox="1"/>
          <p:nvPr>
            <p:ph idx="1" type="body"/>
          </p:nvPr>
        </p:nvSpPr>
        <p:spPr>
          <a:xfrm>
            <a:off x="5715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55" name="Google Shape;255;p52"/>
          <p:cNvSpPr txBox="1"/>
          <p:nvPr>
            <p:ph idx="2" type="subTitle"/>
          </p:nvPr>
        </p:nvSpPr>
        <p:spPr>
          <a:xfrm>
            <a:off x="5715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256" name="Google Shape;256;p52"/>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57" name="Google Shape;257;p52"/>
          <p:cNvSpPr txBox="1"/>
          <p:nvPr>
            <p:ph idx="3" type="body"/>
          </p:nvPr>
        </p:nvSpPr>
        <p:spPr>
          <a:xfrm>
            <a:off x="26677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58" name="Google Shape;258;p52"/>
          <p:cNvSpPr txBox="1"/>
          <p:nvPr>
            <p:ph idx="4" type="subTitle"/>
          </p:nvPr>
        </p:nvSpPr>
        <p:spPr>
          <a:xfrm>
            <a:off x="26677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259" name="Google Shape;259;p52"/>
          <p:cNvSpPr txBox="1"/>
          <p:nvPr>
            <p:ph idx="5" type="body"/>
          </p:nvPr>
        </p:nvSpPr>
        <p:spPr>
          <a:xfrm>
            <a:off x="47639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60" name="Google Shape;260;p52"/>
          <p:cNvSpPr txBox="1"/>
          <p:nvPr>
            <p:ph idx="6" type="subTitle"/>
          </p:nvPr>
        </p:nvSpPr>
        <p:spPr>
          <a:xfrm>
            <a:off x="47639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261" name="Google Shape;261;p52"/>
          <p:cNvSpPr txBox="1"/>
          <p:nvPr>
            <p:ph idx="7" type="body"/>
          </p:nvPr>
        </p:nvSpPr>
        <p:spPr>
          <a:xfrm>
            <a:off x="68601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62" name="Google Shape;262;p52"/>
          <p:cNvSpPr txBox="1"/>
          <p:nvPr>
            <p:ph idx="8" type="subTitle"/>
          </p:nvPr>
        </p:nvSpPr>
        <p:spPr>
          <a:xfrm>
            <a:off x="68601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vertical">
  <p:cSld name="TITLE_AND_TWO_COLUMNS_1_1_1">
    <p:spTree>
      <p:nvGrpSpPr>
        <p:cNvPr id="263" name="Shape 263"/>
        <p:cNvGrpSpPr/>
        <p:nvPr/>
      </p:nvGrpSpPr>
      <p:grpSpPr>
        <a:xfrm>
          <a:off x="0" y="0"/>
          <a:ext cx="0" cy="0"/>
          <a:chOff x="0" y="0"/>
          <a:chExt cx="0" cy="0"/>
        </a:xfrm>
      </p:grpSpPr>
      <p:sp>
        <p:nvSpPr>
          <p:cNvPr id="264" name="Google Shape;264;p5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65" name="Google Shape;265;p53"/>
          <p:cNvSpPr txBox="1"/>
          <p:nvPr>
            <p:ph idx="1" type="body"/>
          </p:nvPr>
        </p:nvSpPr>
        <p:spPr>
          <a:xfrm>
            <a:off x="2741350" y="17184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66" name="Google Shape;266;p53"/>
          <p:cNvSpPr txBox="1"/>
          <p:nvPr>
            <p:ph idx="2" type="subTitle"/>
          </p:nvPr>
        </p:nvSpPr>
        <p:spPr>
          <a:xfrm>
            <a:off x="914400" y="1714500"/>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267" name="Google Shape;267;p53"/>
          <p:cNvSpPr txBox="1"/>
          <p:nvPr>
            <p:ph idx="3" type="subTitle"/>
          </p:nvPr>
        </p:nvSpPr>
        <p:spPr>
          <a:xfrm>
            <a:off x="914400" y="4027625"/>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268" name="Google Shape;268;p53"/>
          <p:cNvSpPr txBox="1"/>
          <p:nvPr>
            <p:ph idx="4" type="subTitle"/>
          </p:nvPr>
        </p:nvSpPr>
        <p:spPr>
          <a:xfrm>
            <a:off x="914400" y="2485542"/>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269" name="Google Shape;269;p53"/>
          <p:cNvSpPr txBox="1"/>
          <p:nvPr>
            <p:ph idx="5" type="subTitle"/>
          </p:nvPr>
        </p:nvSpPr>
        <p:spPr>
          <a:xfrm>
            <a:off x="914400" y="3256584"/>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270" name="Google Shape;270;p53"/>
          <p:cNvSpPr txBox="1"/>
          <p:nvPr>
            <p:ph type="title"/>
          </p:nvPr>
        </p:nvSpPr>
        <p:spPr>
          <a:xfrm>
            <a:off x="571500" y="800100"/>
            <a:ext cx="58257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71" name="Google Shape;271;p53"/>
          <p:cNvSpPr txBox="1"/>
          <p:nvPr>
            <p:ph idx="6" type="body"/>
          </p:nvPr>
        </p:nvSpPr>
        <p:spPr>
          <a:xfrm>
            <a:off x="2741350" y="24855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72" name="Google Shape;272;p53"/>
          <p:cNvSpPr txBox="1"/>
          <p:nvPr>
            <p:ph idx="7" type="body"/>
          </p:nvPr>
        </p:nvSpPr>
        <p:spPr>
          <a:xfrm>
            <a:off x="2741350" y="32527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273" name="Google Shape;273;p53"/>
          <p:cNvSpPr txBox="1"/>
          <p:nvPr>
            <p:ph idx="8" type="body"/>
          </p:nvPr>
        </p:nvSpPr>
        <p:spPr>
          <a:xfrm>
            <a:off x="2741350" y="40198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Tree>
  </p:cSld>
  <p:clrMapOvr>
    <a:masterClrMapping/>
  </p:clrMapOvr>
  <p:extLst>
    <p:ext uri="{DCECCB84-F9BA-43D5-87BE-67443E8EF086}">
      <p15:sldGuideLst>
        <p15:guide id="1" pos="576">
          <p15:clr>
            <a:srgbClr val="E46962"/>
          </p15:clr>
        </p15:guide>
        <p15:guide id="2" pos="1747">
          <p15:clr>
            <a:srgbClr val="E46962"/>
          </p15:clr>
        </p15:guide>
        <p15:guide id="3" pos="4030">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4" name="Shape 274"/>
        <p:cNvGrpSpPr/>
        <p:nvPr/>
      </p:nvGrpSpPr>
      <p:grpSpPr>
        <a:xfrm>
          <a:off x="0" y="0"/>
          <a:ext cx="0" cy="0"/>
          <a:chOff x="0" y="0"/>
          <a:chExt cx="0" cy="0"/>
        </a:xfrm>
      </p:grpSpPr>
      <p:sp>
        <p:nvSpPr>
          <p:cNvPr id="275" name="Google Shape;275;p5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76" name="Google Shape;276;p54"/>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
    <p:spTree>
      <p:nvGrpSpPr>
        <p:cNvPr id="277" name="Shape 277"/>
        <p:cNvGrpSpPr/>
        <p:nvPr/>
      </p:nvGrpSpPr>
      <p:grpSpPr>
        <a:xfrm>
          <a:off x="0" y="0"/>
          <a:ext cx="0" cy="0"/>
          <a:chOff x="0" y="0"/>
          <a:chExt cx="0" cy="0"/>
        </a:xfrm>
      </p:grpSpPr>
      <p:sp>
        <p:nvSpPr>
          <p:cNvPr id="278" name="Google Shape;278;p5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79" name="Google Shape;279;p55"/>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80" name="Google Shape;280;p55"/>
          <p:cNvSpPr/>
          <p:nvPr>
            <p:ph idx="2" type="pic"/>
          </p:nvPr>
        </p:nvSpPr>
        <p:spPr>
          <a:xfrm>
            <a:off x="944450" y="1711050"/>
            <a:ext cx="7283700" cy="2861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81" name="Shape 281"/>
        <p:cNvGrpSpPr/>
        <p:nvPr/>
      </p:nvGrpSpPr>
      <p:grpSpPr>
        <a:xfrm>
          <a:off x="0" y="0"/>
          <a:ext cx="0" cy="0"/>
          <a:chOff x="0" y="0"/>
          <a:chExt cx="0" cy="0"/>
        </a:xfrm>
      </p:grpSpPr>
      <p:sp>
        <p:nvSpPr>
          <p:cNvPr id="282" name="Google Shape;282;p56"/>
          <p:cNvSpPr txBox="1"/>
          <p:nvPr>
            <p:ph idx="1" type="subTitle"/>
          </p:nvPr>
        </p:nvSpPr>
        <p:spPr>
          <a:xfrm>
            <a:off x="571500" y="4262700"/>
            <a:ext cx="3259200" cy="309300"/>
          </a:xfrm>
          <a:prstGeom prst="rect">
            <a:avLst/>
          </a:prstGeom>
          <a:solidFill>
            <a:schemeClr val="accent6"/>
          </a:solidFill>
        </p:spPr>
        <p:txBody>
          <a:bodyPr anchorCtr="0" anchor="ctr" bIns="91425" lIns="91425" spcFirstLastPara="1" rIns="91425" wrap="square" tIns="91425">
            <a:noAutofit/>
          </a:bodyPr>
          <a:lstStyle>
            <a:lvl1pPr lvl="0" rtl="0">
              <a:spcBef>
                <a:spcPts val="0"/>
              </a:spcBef>
              <a:spcAft>
                <a:spcPts val="0"/>
              </a:spcAft>
              <a:buSzPts val="1200"/>
              <a:buNone/>
              <a:defRPr sz="1000"/>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p:txBody>
      </p:sp>
      <p:sp>
        <p:nvSpPr>
          <p:cNvPr id="283" name="Google Shape;283;p56"/>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284" name="Google Shape;284;p5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full width">
  <p:cSld name="MAIN_POINT">
    <p:bg>
      <p:bgPr>
        <a:solidFill>
          <a:schemeClr val="dk1"/>
        </a:solidFill>
      </p:bgPr>
    </p:bg>
    <p:spTree>
      <p:nvGrpSpPr>
        <p:cNvPr id="285" name="Shape 285"/>
        <p:cNvGrpSpPr/>
        <p:nvPr/>
      </p:nvGrpSpPr>
      <p:grpSpPr>
        <a:xfrm>
          <a:off x="0" y="0"/>
          <a:ext cx="0" cy="0"/>
          <a:chOff x="0" y="0"/>
          <a:chExt cx="0" cy="0"/>
        </a:xfrm>
      </p:grpSpPr>
      <p:sp>
        <p:nvSpPr>
          <p:cNvPr id="286" name="Google Shape;286;p57"/>
          <p:cNvSpPr txBox="1"/>
          <p:nvPr>
            <p:ph type="title"/>
          </p:nvPr>
        </p:nvSpPr>
        <p:spPr>
          <a:xfrm>
            <a:off x="905175" y="800100"/>
            <a:ext cx="7333800" cy="37719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Clr>
                <a:schemeClr val="lt1"/>
              </a:buClr>
              <a:buSzPts val="3200"/>
              <a:buNone/>
              <a:defRPr sz="3200">
                <a:solidFill>
                  <a:schemeClr val="lt1"/>
                </a:solidFill>
              </a:defRPr>
            </a:lvl1pPr>
            <a:lvl2pPr lvl="1"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rtl="0"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287" name="Google Shape;287;p5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288" name="Shape 288"/>
        <p:cNvGrpSpPr/>
        <p:nvPr/>
      </p:nvGrpSpPr>
      <p:grpSpPr>
        <a:xfrm>
          <a:off x="0" y="0"/>
          <a:ext cx="0" cy="0"/>
          <a:chOff x="0" y="0"/>
          <a:chExt cx="0" cy="0"/>
        </a:xfrm>
      </p:grpSpPr>
      <p:sp>
        <p:nvSpPr>
          <p:cNvPr id="289" name="Google Shape;289;p5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90" name="Google Shape;290;p58"/>
          <p:cNvSpPr txBox="1"/>
          <p:nvPr>
            <p:ph type="title"/>
          </p:nvPr>
        </p:nvSpPr>
        <p:spPr>
          <a:xfrm>
            <a:off x="571500" y="909025"/>
            <a:ext cx="4000500" cy="3663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icture">
  <p:cSld name="CAPTION_ONLY">
    <p:bg>
      <p:bgPr>
        <a:solidFill>
          <a:schemeClr val="lt2"/>
        </a:solidFill>
      </p:bgPr>
    </p:bg>
    <p:spTree>
      <p:nvGrpSpPr>
        <p:cNvPr id="291" name="Shape 291"/>
        <p:cNvGrpSpPr/>
        <p:nvPr/>
      </p:nvGrpSpPr>
      <p:grpSpPr>
        <a:xfrm>
          <a:off x="0" y="0"/>
          <a:ext cx="0" cy="0"/>
          <a:chOff x="0" y="0"/>
          <a:chExt cx="0" cy="0"/>
        </a:xfrm>
      </p:grpSpPr>
      <p:sp>
        <p:nvSpPr>
          <p:cNvPr id="292" name="Google Shape;292;p5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93" name="Google Shape;293;p59"/>
          <p:cNvSpPr txBox="1"/>
          <p:nvPr>
            <p:ph type="title"/>
          </p:nvPr>
        </p:nvSpPr>
        <p:spPr>
          <a:xfrm>
            <a:off x="905175" y="571500"/>
            <a:ext cx="3666900" cy="40005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Clr>
                <a:schemeClr val="lt1"/>
              </a:buClr>
              <a:buSzPts val="3200"/>
              <a:buNone/>
              <a:defRPr sz="3200">
                <a:solidFill>
                  <a:schemeClr val="lt1"/>
                </a:solidFill>
              </a:defRPr>
            </a:lvl1pPr>
            <a:lvl2pPr lvl="1"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294" name="Google Shape;294;p59"/>
          <p:cNvSpPr/>
          <p:nvPr>
            <p:ph idx="2" type="pic"/>
          </p:nvPr>
        </p:nvSpPr>
        <p:spPr>
          <a:xfrm>
            <a:off x="5028888" y="962700"/>
            <a:ext cx="3218100" cy="3218100"/>
          </a:xfrm>
          <a:prstGeom prst="roundRect">
            <a:avLst>
              <a:gd fmla="val 1254" name="adj"/>
            </a:avLst>
          </a:prstGeom>
          <a:noFill/>
          <a:ln>
            <a:noFill/>
          </a:ln>
        </p:spPr>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Quote ">
  <p:cSld name="CUSTOM_4_1">
    <p:bg>
      <p:bgPr>
        <a:solidFill>
          <a:schemeClr val="dk1"/>
        </a:solidFill>
      </p:bgPr>
    </p:bg>
    <p:spTree>
      <p:nvGrpSpPr>
        <p:cNvPr id="295" name="Shape 295"/>
        <p:cNvGrpSpPr/>
        <p:nvPr/>
      </p:nvGrpSpPr>
      <p:grpSpPr>
        <a:xfrm>
          <a:off x="0" y="0"/>
          <a:ext cx="0" cy="0"/>
          <a:chOff x="0" y="0"/>
          <a:chExt cx="0" cy="0"/>
        </a:xfrm>
      </p:grpSpPr>
      <p:sp>
        <p:nvSpPr>
          <p:cNvPr id="296" name="Google Shape;296;p60"/>
          <p:cNvSpPr txBox="1"/>
          <p:nvPr>
            <p:ph type="title"/>
          </p:nvPr>
        </p:nvSpPr>
        <p:spPr>
          <a:xfrm>
            <a:off x="917425" y="3711750"/>
            <a:ext cx="3654600" cy="415200"/>
          </a:xfrm>
          <a:prstGeom prst="rect">
            <a:avLst/>
          </a:prstGeom>
        </p:spPr>
        <p:txBody>
          <a:bodyPr anchorCtr="0" anchor="t" bIns="0" lIns="0" spcFirstLastPara="1" rIns="0" wrap="square" tIns="0">
            <a:noAutofit/>
          </a:bodyPr>
          <a:lstStyle>
            <a:lvl1pPr lvl="0" rt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p:txBody>
      </p:sp>
      <p:sp>
        <p:nvSpPr>
          <p:cNvPr id="297" name="Google Shape;297;p60"/>
          <p:cNvSpPr txBox="1"/>
          <p:nvPr>
            <p:ph idx="1" type="subTitle"/>
          </p:nvPr>
        </p:nvSpPr>
        <p:spPr>
          <a:xfrm>
            <a:off x="917425" y="1714500"/>
            <a:ext cx="5483400" cy="1923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3200"/>
              <a:buNone/>
              <a:defRPr b="1" sz="3200">
                <a:solidFill>
                  <a:schemeClr val="lt1"/>
                </a:solidFill>
                <a:latin typeface="Poppins"/>
                <a:ea typeface="Poppins"/>
                <a:cs typeface="Poppins"/>
                <a:sym typeface="Poppins"/>
              </a:defRPr>
            </a:lvl1pPr>
            <a:lvl2pPr lvl="1" rtl="0">
              <a:lnSpc>
                <a:spcPct val="100000"/>
              </a:lnSpc>
              <a:spcBef>
                <a:spcPts val="0"/>
              </a:spcBef>
              <a:spcAft>
                <a:spcPts val="0"/>
              </a:spcAft>
              <a:buSzPts val="3200"/>
              <a:buNone/>
              <a:defRPr sz="3200"/>
            </a:lvl2pPr>
            <a:lvl3pPr lvl="2" rtl="0">
              <a:lnSpc>
                <a:spcPct val="100000"/>
              </a:lnSpc>
              <a:spcBef>
                <a:spcPts val="1000"/>
              </a:spcBef>
              <a:spcAft>
                <a:spcPts val="0"/>
              </a:spcAft>
              <a:buSzPts val="3200"/>
              <a:buNone/>
              <a:defRPr sz="3200"/>
            </a:lvl3pPr>
            <a:lvl4pPr lvl="3" rtl="0">
              <a:lnSpc>
                <a:spcPct val="100000"/>
              </a:lnSpc>
              <a:spcBef>
                <a:spcPts val="1000"/>
              </a:spcBef>
              <a:spcAft>
                <a:spcPts val="0"/>
              </a:spcAft>
              <a:buSzPts val="3200"/>
              <a:buNone/>
              <a:defRPr sz="3200"/>
            </a:lvl4pPr>
            <a:lvl5pPr lvl="4" rtl="0">
              <a:lnSpc>
                <a:spcPct val="100000"/>
              </a:lnSpc>
              <a:spcBef>
                <a:spcPts val="1000"/>
              </a:spcBef>
              <a:spcAft>
                <a:spcPts val="0"/>
              </a:spcAft>
              <a:buSzPts val="3200"/>
              <a:buNone/>
              <a:defRPr sz="3200"/>
            </a:lvl5pPr>
            <a:lvl6pPr lvl="5" rtl="0">
              <a:lnSpc>
                <a:spcPct val="100000"/>
              </a:lnSpc>
              <a:spcBef>
                <a:spcPts val="1000"/>
              </a:spcBef>
              <a:spcAft>
                <a:spcPts val="0"/>
              </a:spcAft>
              <a:buSzPts val="3200"/>
              <a:buNone/>
              <a:defRPr sz="3200"/>
            </a:lvl6pPr>
            <a:lvl7pPr lvl="6" rtl="0">
              <a:lnSpc>
                <a:spcPct val="100000"/>
              </a:lnSpc>
              <a:spcBef>
                <a:spcPts val="1000"/>
              </a:spcBef>
              <a:spcAft>
                <a:spcPts val="0"/>
              </a:spcAft>
              <a:buSzPts val="3200"/>
              <a:buNone/>
              <a:defRPr sz="3200"/>
            </a:lvl7pPr>
            <a:lvl8pPr lvl="7" rtl="0">
              <a:lnSpc>
                <a:spcPct val="100000"/>
              </a:lnSpc>
              <a:spcBef>
                <a:spcPts val="1000"/>
              </a:spcBef>
              <a:spcAft>
                <a:spcPts val="0"/>
              </a:spcAft>
              <a:buSzPts val="3200"/>
              <a:buNone/>
              <a:defRPr sz="3200"/>
            </a:lvl8pPr>
            <a:lvl9pPr lvl="8" rtl="0">
              <a:lnSpc>
                <a:spcPct val="100000"/>
              </a:lnSpc>
              <a:spcBef>
                <a:spcPts val="1000"/>
              </a:spcBef>
              <a:spcAft>
                <a:spcPts val="1000"/>
              </a:spcAft>
              <a:buSzPts val="3200"/>
              <a:buNone/>
              <a:defRPr sz="3200"/>
            </a:lvl9pPr>
          </a:lstStyle>
          <a:p/>
        </p:txBody>
      </p:sp>
      <p:sp>
        <p:nvSpPr>
          <p:cNvPr id="298" name="Google Shape;298;p6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8">
          <p15:clr>
            <a:srgbClr val="E46962"/>
          </p15:clr>
        </p15:guide>
        <p15:guide id="2" pos="4032">
          <p15:clr>
            <a:srgbClr val="E46962"/>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icture Shield">
  <p:cSld name="CUSTOM_8">
    <p:spTree>
      <p:nvGrpSpPr>
        <p:cNvPr id="299" name="Shape 299"/>
        <p:cNvGrpSpPr/>
        <p:nvPr/>
      </p:nvGrpSpPr>
      <p:grpSpPr>
        <a:xfrm>
          <a:off x="0" y="0"/>
          <a:ext cx="0" cy="0"/>
          <a:chOff x="0" y="0"/>
          <a:chExt cx="0" cy="0"/>
        </a:xfrm>
      </p:grpSpPr>
      <p:sp>
        <p:nvSpPr>
          <p:cNvPr id="300" name="Google Shape;300;p61"/>
          <p:cNvSpPr txBox="1"/>
          <p:nvPr>
            <p:ph type="title"/>
          </p:nvPr>
        </p:nvSpPr>
        <p:spPr>
          <a:xfrm>
            <a:off x="914400" y="1830350"/>
            <a:ext cx="3197700" cy="2741700"/>
          </a:xfrm>
          <a:prstGeom prst="rect">
            <a:avLst/>
          </a:prstGeom>
        </p:spPr>
        <p:txBody>
          <a:bodyPr anchorCtr="0" anchor="t" bIns="0" lIns="0" spcFirstLastPara="1" rIns="0" wrap="square" tIns="0">
            <a:noAutofit/>
          </a:bodyPr>
          <a:lstStyle>
            <a:lvl1pPr lvl="0" rtl="0">
              <a:spcBef>
                <a:spcPts val="0"/>
              </a:spcBef>
              <a:spcAft>
                <a:spcPts val="0"/>
              </a:spcAft>
              <a:buSzPts val="1400"/>
              <a:buFont typeface="Poppins SemiBold"/>
              <a:buNone/>
              <a:defRPr b="0" sz="1400">
                <a:latin typeface="Poppins SemiBold"/>
                <a:ea typeface="Poppins SemiBold"/>
                <a:cs typeface="Poppins SemiBold"/>
                <a:sym typeface="Poppins SemiBold"/>
              </a:defRPr>
            </a:lvl1pPr>
            <a:lvl2pPr lvl="1" rtl="0">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rtl="0">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rtl="0">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rtl="0">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rtl="0">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rtl="0">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rtl="0">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rtl="0">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p:txBody>
      </p:sp>
      <p:sp>
        <p:nvSpPr>
          <p:cNvPr id="301" name="Google Shape;301;p6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302" name="Shape 302"/>
        <p:cNvGrpSpPr/>
        <p:nvPr/>
      </p:nvGrpSpPr>
      <p:grpSpPr>
        <a:xfrm>
          <a:off x="0" y="0"/>
          <a:ext cx="0" cy="0"/>
          <a:chOff x="0" y="0"/>
          <a:chExt cx="0" cy="0"/>
        </a:xfrm>
      </p:grpSpPr>
      <p:sp>
        <p:nvSpPr>
          <p:cNvPr id="303" name="Google Shape;303;p62"/>
          <p:cNvSpPr txBox="1"/>
          <p:nvPr>
            <p:ph type="title"/>
          </p:nvPr>
        </p:nvSpPr>
        <p:spPr>
          <a:xfrm>
            <a:off x="5139900" y="1823725"/>
            <a:ext cx="3089700" cy="17433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304" name="Google Shape;304;p62"/>
          <p:cNvSpPr txBox="1"/>
          <p:nvPr>
            <p:ph idx="2"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305" name="Google Shape;305;p62"/>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06" name="Google Shape;306;p62"/>
          <p:cNvSpPr txBox="1"/>
          <p:nvPr>
            <p:ph idx="3" type="title"/>
          </p:nvPr>
        </p:nvSpPr>
        <p:spPr>
          <a:xfrm>
            <a:off x="5139900" y="4108200"/>
            <a:ext cx="3089700" cy="2319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307" name="Google Shape;307;p62"/>
          <p:cNvSpPr txBox="1"/>
          <p:nvPr>
            <p:ph idx="4" type="body"/>
          </p:nvPr>
        </p:nvSpPr>
        <p:spPr>
          <a:xfrm>
            <a:off x="5139900" y="4340100"/>
            <a:ext cx="3089700" cy="231900"/>
          </a:xfrm>
          <a:prstGeom prst="rect">
            <a:avLst/>
          </a:prstGeom>
        </p:spPr>
        <p:txBody>
          <a:bodyPr anchorCtr="0" anchor="t" bIns="0" lIns="0" spcFirstLastPara="1" rIns="0" wrap="square" tIns="0">
            <a:noAutofit/>
          </a:bodyPr>
          <a:lstStyle>
            <a:lvl1pPr indent="-292100" lvl="0" marL="457200" rtl="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rtl="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292100" lvl="2" marL="1371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indent="-292100" lvl="3" marL="18288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indent="-292100" lvl="4" marL="22860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indent="-292100" lvl="5" marL="27432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indent="-292100" lvl="6" marL="32004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indent="-292100" lvl="7" marL="3657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indent="-292100" lvl="8" marL="4114800" rtl="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p:txBody>
      </p:sp>
      <p:sp>
        <p:nvSpPr>
          <p:cNvPr id="308" name="Google Shape;308;p6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9" name="Shape 309"/>
        <p:cNvGrpSpPr/>
        <p:nvPr/>
      </p:nvGrpSpPr>
      <p:grpSpPr>
        <a:xfrm>
          <a:off x="0" y="0"/>
          <a:ext cx="0" cy="0"/>
          <a:chOff x="0" y="0"/>
          <a:chExt cx="0" cy="0"/>
        </a:xfrm>
      </p:grpSpPr>
      <p:sp>
        <p:nvSpPr>
          <p:cNvPr id="310" name="Google Shape;310;p6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80">
          <p15:clr>
            <a:srgbClr val="E46962"/>
          </p15:clr>
        </p15:guide>
        <p15:guide id="2" orient="horz" pos="1656">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1">
  <p:cSld name="TITLE_AND_TWO_COLUMNS_1_1_1_1">
    <p:spTree>
      <p:nvGrpSpPr>
        <p:cNvPr id="311" name="Shape 311"/>
        <p:cNvGrpSpPr/>
        <p:nvPr/>
      </p:nvGrpSpPr>
      <p:grpSpPr>
        <a:xfrm>
          <a:off x="0" y="0"/>
          <a:ext cx="0" cy="0"/>
          <a:chOff x="0" y="0"/>
          <a:chExt cx="0" cy="0"/>
        </a:xfrm>
      </p:grpSpPr>
      <p:sp>
        <p:nvSpPr>
          <p:cNvPr id="312" name="Google Shape;312;p6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13" name="Google Shape;313;p64"/>
          <p:cNvSpPr txBox="1"/>
          <p:nvPr>
            <p:ph type="title"/>
          </p:nvPr>
        </p:nvSpPr>
        <p:spPr>
          <a:xfrm>
            <a:off x="607200" y="1026550"/>
            <a:ext cx="3936000" cy="5367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sz="18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14" name="Google Shape;314;p64"/>
          <p:cNvSpPr txBox="1"/>
          <p:nvPr>
            <p:ph idx="1" type="body"/>
          </p:nvPr>
        </p:nvSpPr>
        <p:spPr>
          <a:xfrm>
            <a:off x="3314406" y="1785575"/>
            <a:ext cx="3936000" cy="536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315" name="Google Shape;315;p64"/>
          <p:cNvSpPr txBox="1"/>
          <p:nvPr>
            <p:ph idx="2" type="body"/>
          </p:nvPr>
        </p:nvSpPr>
        <p:spPr>
          <a:xfrm>
            <a:off x="3314406" y="3305922"/>
            <a:ext cx="3936000" cy="536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316" name="Google Shape;316;p64"/>
          <p:cNvSpPr txBox="1"/>
          <p:nvPr>
            <p:ph idx="3" type="body"/>
          </p:nvPr>
        </p:nvSpPr>
        <p:spPr>
          <a:xfrm>
            <a:off x="3314406" y="4066095"/>
            <a:ext cx="3936000" cy="536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317" name="Google Shape;317;p64"/>
          <p:cNvSpPr txBox="1"/>
          <p:nvPr>
            <p:ph idx="4" type="subTitle"/>
          </p:nvPr>
        </p:nvSpPr>
        <p:spPr>
          <a:xfrm>
            <a:off x="1301106" y="1785575"/>
            <a:ext cx="1951500" cy="5367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p:txBody>
      </p:sp>
      <p:sp>
        <p:nvSpPr>
          <p:cNvPr id="318" name="Google Shape;318;p64"/>
          <p:cNvSpPr txBox="1"/>
          <p:nvPr>
            <p:ph idx="5" type="subTitle"/>
          </p:nvPr>
        </p:nvSpPr>
        <p:spPr>
          <a:xfrm>
            <a:off x="1301106" y="4066095"/>
            <a:ext cx="1951500" cy="5367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p:txBody>
      </p:sp>
      <p:sp>
        <p:nvSpPr>
          <p:cNvPr id="319" name="Google Shape;319;p64"/>
          <p:cNvSpPr txBox="1"/>
          <p:nvPr>
            <p:ph idx="6" type="subTitle"/>
          </p:nvPr>
        </p:nvSpPr>
        <p:spPr>
          <a:xfrm>
            <a:off x="1301106" y="2545748"/>
            <a:ext cx="1951500" cy="5367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p:txBody>
      </p:sp>
      <p:sp>
        <p:nvSpPr>
          <p:cNvPr id="320" name="Google Shape;320;p64"/>
          <p:cNvSpPr txBox="1"/>
          <p:nvPr>
            <p:ph idx="7" type="body"/>
          </p:nvPr>
        </p:nvSpPr>
        <p:spPr>
          <a:xfrm>
            <a:off x="3314406" y="2545748"/>
            <a:ext cx="3936000" cy="536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321" name="Google Shape;321;p64"/>
          <p:cNvSpPr txBox="1"/>
          <p:nvPr>
            <p:ph idx="8" type="subTitle"/>
          </p:nvPr>
        </p:nvSpPr>
        <p:spPr>
          <a:xfrm>
            <a:off x="1301106" y="3305922"/>
            <a:ext cx="1951500" cy="5367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4"/>
                </a:solidFill>
              </a:defRPr>
            </a:lvl1pPr>
            <a:lvl2pPr lvl="1" rtl="0">
              <a:spcBef>
                <a:spcPts val="1000"/>
              </a:spcBef>
              <a:spcAft>
                <a:spcPts val="0"/>
              </a:spcAft>
              <a:buSzPts val="1200"/>
              <a:buNone/>
              <a:defRPr/>
            </a:lvl2pPr>
            <a:lvl3pPr lvl="2" rtl="0">
              <a:spcBef>
                <a:spcPts val="1000"/>
              </a:spcBef>
              <a:spcAft>
                <a:spcPts val="0"/>
              </a:spcAft>
              <a:buSzPts val="1000"/>
              <a:buNone/>
              <a:defRPr/>
            </a:lvl3pPr>
            <a:lvl4pPr lvl="3" rtl="0">
              <a:spcBef>
                <a:spcPts val="1000"/>
              </a:spcBef>
              <a:spcAft>
                <a:spcPts val="0"/>
              </a:spcAft>
              <a:buSzPts val="1000"/>
              <a:buNone/>
              <a:defRPr/>
            </a:lvl4pPr>
            <a:lvl5pPr lvl="4" rtl="0">
              <a:spcBef>
                <a:spcPts val="1000"/>
              </a:spcBef>
              <a:spcAft>
                <a:spcPts val="0"/>
              </a:spcAft>
              <a:buSzPts val="1000"/>
              <a:buNone/>
              <a:defRPr/>
            </a:lvl5pPr>
            <a:lvl6pPr lvl="5" rtl="0">
              <a:spcBef>
                <a:spcPts val="1000"/>
              </a:spcBef>
              <a:spcAft>
                <a:spcPts val="0"/>
              </a:spcAft>
              <a:buSzPts val="1000"/>
              <a:buNone/>
              <a:defRPr/>
            </a:lvl6pPr>
            <a:lvl7pPr lvl="6" rtl="0">
              <a:spcBef>
                <a:spcPts val="1000"/>
              </a:spcBef>
              <a:spcAft>
                <a:spcPts val="0"/>
              </a:spcAft>
              <a:buSzPts val="1000"/>
              <a:buNone/>
              <a:defRPr/>
            </a:lvl7pPr>
            <a:lvl8pPr lvl="7" rtl="0">
              <a:spcBef>
                <a:spcPts val="1000"/>
              </a:spcBef>
              <a:spcAft>
                <a:spcPts val="0"/>
              </a:spcAft>
              <a:buSzPts val="1000"/>
              <a:buNone/>
              <a:defRPr/>
            </a:lvl8pPr>
            <a:lvl9pPr lvl="8" rtl="0">
              <a:spcBef>
                <a:spcPts val="1000"/>
              </a:spcBef>
              <a:spcAft>
                <a:spcPts val="1000"/>
              </a:spcAft>
              <a:buSzPts val="10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322" name="Shape 322"/>
        <p:cNvGrpSpPr/>
        <p:nvPr/>
      </p:nvGrpSpPr>
      <p:grpSpPr>
        <a:xfrm>
          <a:off x="0" y="0"/>
          <a:ext cx="0" cy="0"/>
          <a:chOff x="0" y="0"/>
          <a:chExt cx="0" cy="0"/>
        </a:xfrm>
      </p:grpSpPr>
      <p:sp>
        <p:nvSpPr>
          <p:cNvPr id="323" name="Google Shape;323;p65"/>
          <p:cNvSpPr txBox="1"/>
          <p:nvPr>
            <p:ph type="title"/>
          </p:nvPr>
        </p:nvSpPr>
        <p:spPr>
          <a:xfrm>
            <a:off x="607200" y="1026550"/>
            <a:ext cx="3936000" cy="536700"/>
          </a:xfrm>
          <a:prstGeom prst="rect">
            <a:avLst/>
          </a:prstGeom>
        </p:spPr>
        <p:txBody>
          <a:bodyPr anchorCtr="0" anchor="ctr" bIns="0" lIns="0" spcFirstLastPara="1" rIns="0" wrap="square" tIns="0">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1800"/>
              <a:buAutoNum type="alphaLcPeriod"/>
              <a:defRPr/>
            </a:lvl2pPr>
            <a:lvl3pPr lvl="2" rtl="0">
              <a:spcBef>
                <a:spcPts val="0"/>
              </a:spcBef>
              <a:spcAft>
                <a:spcPts val="0"/>
              </a:spcAft>
              <a:buSzPts val="1800"/>
              <a:buAutoNum type="romanLcPeriod"/>
              <a:defRPr/>
            </a:lvl3pPr>
            <a:lvl4pPr lvl="3" rtl="0">
              <a:spcBef>
                <a:spcPts val="0"/>
              </a:spcBef>
              <a:spcAft>
                <a:spcPts val="0"/>
              </a:spcAft>
              <a:buSzPts val="1800"/>
              <a:buAutoNum type="arabicPeriod"/>
              <a:defRPr/>
            </a:lvl4pPr>
            <a:lvl5pPr lvl="4" rtl="0">
              <a:spcBef>
                <a:spcPts val="0"/>
              </a:spcBef>
              <a:spcAft>
                <a:spcPts val="0"/>
              </a:spcAft>
              <a:buSzPts val="1800"/>
              <a:buAutoNum type="alphaLcPeriod"/>
              <a:defRPr/>
            </a:lvl5pPr>
            <a:lvl6pPr lvl="5" rtl="0">
              <a:spcBef>
                <a:spcPts val="0"/>
              </a:spcBef>
              <a:spcAft>
                <a:spcPts val="0"/>
              </a:spcAft>
              <a:buSzPts val="1800"/>
              <a:buAutoNum type="romanLcPeriod"/>
              <a:defRPr/>
            </a:lvl6pPr>
            <a:lvl7pPr lvl="6" rtl="0">
              <a:spcBef>
                <a:spcPts val="0"/>
              </a:spcBef>
              <a:spcAft>
                <a:spcPts val="0"/>
              </a:spcAft>
              <a:buSzPts val="1800"/>
              <a:buAutoNum type="arabicPeriod"/>
              <a:defRPr/>
            </a:lvl7pPr>
            <a:lvl8pPr lvl="7" rtl="0">
              <a:spcBef>
                <a:spcPts val="0"/>
              </a:spcBef>
              <a:spcAft>
                <a:spcPts val="0"/>
              </a:spcAft>
              <a:buSzPts val="1800"/>
              <a:buAutoNum type="alphaLcPeriod"/>
              <a:defRPr/>
            </a:lvl8pPr>
            <a:lvl9pPr lvl="8" rtl="0">
              <a:spcBef>
                <a:spcPts val="0"/>
              </a:spcBef>
              <a:spcAft>
                <a:spcPts val="0"/>
              </a:spcAft>
              <a:buSzPts val="1800"/>
              <a:buAutoNum type="romanLcPerio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_2">
    <p:bg>
      <p:bgPr>
        <a:solidFill>
          <a:schemeClr val="lt2"/>
        </a:solidFill>
      </p:bgPr>
    </p:bg>
    <p:spTree>
      <p:nvGrpSpPr>
        <p:cNvPr id="324" name="Shape 324"/>
        <p:cNvGrpSpPr/>
        <p:nvPr/>
      </p:nvGrpSpPr>
      <p:grpSpPr>
        <a:xfrm>
          <a:off x="0" y="0"/>
          <a:ext cx="0" cy="0"/>
          <a:chOff x="0" y="0"/>
          <a:chExt cx="0" cy="0"/>
        </a:xfrm>
      </p:grpSpPr>
      <p:sp>
        <p:nvSpPr>
          <p:cNvPr id="325" name="Google Shape;325;p66"/>
          <p:cNvSpPr txBox="1"/>
          <p:nvPr>
            <p:ph type="title"/>
          </p:nvPr>
        </p:nvSpPr>
        <p:spPr>
          <a:xfrm>
            <a:off x="607200" y="1026550"/>
            <a:ext cx="3936000" cy="536700"/>
          </a:xfrm>
          <a:prstGeom prst="rect">
            <a:avLst/>
          </a:prstGeom>
        </p:spPr>
        <p:txBody>
          <a:bodyPr anchorCtr="0" anchor="ctr" bIns="0" lIns="0" spcFirstLastPara="1" rIns="0" wrap="square" tIns="0">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1800"/>
              <a:buAutoNum type="alphaLcPeriod"/>
              <a:defRPr/>
            </a:lvl2pPr>
            <a:lvl3pPr lvl="2" rtl="0">
              <a:spcBef>
                <a:spcPts val="0"/>
              </a:spcBef>
              <a:spcAft>
                <a:spcPts val="0"/>
              </a:spcAft>
              <a:buSzPts val="1800"/>
              <a:buAutoNum type="romanLcPeriod"/>
              <a:defRPr/>
            </a:lvl3pPr>
            <a:lvl4pPr lvl="3" rtl="0">
              <a:spcBef>
                <a:spcPts val="0"/>
              </a:spcBef>
              <a:spcAft>
                <a:spcPts val="0"/>
              </a:spcAft>
              <a:buSzPts val="1800"/>
              <a:buAutoNum type="arabicPeriod"/>
              <a:defRPr/>
            </a:lvl4pPr>
            <a:lvl5pPr lvl="4" rtl="0">
              <a:spcBef>
                <a:spcPts val="0"/>
              </a:spcBef>
              <a:spcAft>
                <a:spcPts val="0"/>
              </a:spcAft>
              <a:buSzPts val="1800"/>
              <a:buAutoNum type="alphaLcPeriod"/>
              <a:defRPr/>
            </a:lvl5pPr>
            <a:lvl6pPr lvl="5" rtl="0">
              <a:spcBef>
                <a:spcPts val="0"/>
              </a:spcBef>
              <a:spcAft>
                <a:spcPts val="0"/>
              </a:spcAft>
              <a:buSzPts val="1800"/>
              <a:buAutoNum type="romanLcPeriod"/>
              <a:defRPr/>
            </a:lvl6pPr>
            <a:lvl7pPr lvl="6" rtl="0">
              <a:spcBef>
                <a:spcPts val="0"/>
              </a:spcBef>
              <a:spcAft>
                <a:spcPts val="0"/>
              </a:spcAft>
              <a:buSzPts val="1800"/>
              <a:buAutoNum type="arabicPeriod"/>
              <a:defRPr/>
            </a:lvl7pPr>
            <a:lvl8pPr lvl="7" rtl="0">
              <a:spcBef>
                <a:spcPts val="0"/>
              </a:spcBef>
              <a:spcAft>
                <a:spcPts val="0"/>
              </a:spcAft>
              <a:buSzPts val="1800"/>
              <a:buAutoNum type="alphaLcPeriod"/>
              <a:defRPr/>
            </a:lvl8pPr>
            <a:lvl9pPr lvl="8" rtl="0">
              <a:spcBef>
                <a:spcPts val="0"/>
              </a:spcBef>
              <a:spcAft>
                <a:spcPts val="0"/>
              </a:spcAft>
              <a:buSzPts val="1800"/>
              <a:buAutoNum type="romanLcPeriod"/>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2">
  <p:cSld name="CUSTOM_6_1_3">
    <p:bg>
      <p:bgPr>
        <a:solidFill>
          <a:schemeClr val="lt2"/>
        </a:solidFill>
      </p:bgPr>
    </p:bg>
    <p:spTree>
      <p:nvGrpSpPr>
        <p:cNvPr id="326" name="Shape 326"/>
        <p:cNvGrpSpPr/>
        <p:nvPr/>
      </p:nvGrpSpPr>
      <p:grpSpPr>
        <a:xfrm>
          <a:off x="0" y="0"/>
          <a:ext cx="0" cy="0"/>
          <a:chOff x="0" y="0"/>
          <a:chExt cx="0" cy="0"/>
        </a:xfrm>
      </p:grpSpPr>
      <p:sp>
        <p:nvSpPr>
          <p:cNvPr id="327" name="Google Shape;327;p67"/>
          <p:cNvSpPr txBox="1"/>
          <p:nvPr>
            <p:ph type="title"/>
          </p:nvPr>
        </p:nvSpPr>
        <p:spPr>
          <a:xfrm>
            <a:off x="607200" y="1026550"/>
            <a:ext cx="3936000" cy="536700"/>
          </a:xfrm>
          <a:prstGeom prst="rect">
            <a:avLst/>
          </a:prstGeom>
        </p:spPr>
        <p:txBody>
          <a:bodyPr anchorCtr="0" anchor="ctr" bIns="0" lIns="0" spcFirstLastPara="1" rIns="0" wrap="square" tIns="0">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1800"/>
              <a:buAutoNum type="alphaLcPeriod"/>
              <a:defRPr/>
            </a:lvl2pPr>
            <a:lvl3pPr lvl="2" rtl="0">
              <a:spcBef>
                <a:spcPts val="0"/>
              </a:spcBef>
              <a:spcAft>
                <a:spcPts val="0"/>
              </a:spcAft>
              <a:buSzPts val="1800"/>
              <a:buAutoNum type="romanLcPeriod"/>
              <a:defRPr/>
            </a:lvl3pPr>
            <a:lvl4pPr lvl="3" rtl="0">
              <a:spcBef>
                <a:spcPts val="0"/>
              </a:spcBef>
              <a:spcAft>
                <a:spcPts val="0"/>
              </a:spcAft>
              <a:buSzPts val="1800"/>
              <a:buAutoNum type="arabicPeriod"/>
              <a:defRPr/>
            </a:lvl4pPr>
            <a:lvl5pPr lvl="4" rtl="0">
              <a:spcBef>
                <a:spcPts val="0"/>
              </a:spcBef>
              <a:spcAft>
                <a:spcPts val="0"/>
              </a:spcAft>
              <a:buSzPts val="1800"/>
              <a:buAutoNum type="alphaLcPeriod"/>
              <a:defRPr/>
            </a:lvl5pPr>
            <a:lvl6pPr lvl="5" rtl="0">
              <a:spcBef>
                <a:spcPts val="0"/>
              </a:spcBef>
              <a:spcAft>
                <a:spcPts val="0"/>
              </a:spcAft>
              <a:buSzPts val="1800"/>
              <a:buAutoNum type="romanLcPeriod"/>
              <a:defRPr/>
            </a:lvl6pPr>
            <a:lvl7pPr lvl="6" rtl="0">
              <a:spcBef>
                <a:spcPts val="0"/>
              </a:spcBef>
              <a:spcAft>
                <a:spcPts val="0"/>
              </a:spcAft>
              <a:buSzPts val="1800"/>
              <a:buAutoNum type="arabicPeriod"/>
              <a:defRPr/>
            </a:lvl7pPr>
            <a:lvl8pPr lvl="7" rtl="0">
              <a:spcBef>
                <a:spcPts val="0"/>
              </a:spcBef>
              <a:spcAft>
                <a:spcPts val="0"/>
              </a:spcAft>
              <a:buSzPts val="1800"/>
              <a:buAutoNum type="alphaLcPeriod"/>
              <a:defRPr/>
            </a:lvl8pPr>
            <a:lvl9pPr lvl="8" rtl="0">
              <a:spcBef>
                <a:spcPts val="0"/>
              </a:spcBef>
              <a:spcAft>
                <a:spcPts val="0"/>
              </a:spcAft>
              <a:buSzPts val="1800"/>
              <a:buAutoNum type="romanLcPeriod"/>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332" name="Shape 332"/>
        <p:cNvGrpSpPr/>
        <p:nvPr/>
      </p:nvGrpSpPr>
      <p:grpSpPr>
        <a:xfrm>
          <a:off x="0" y="0"/>
          <a:ext cx="0" cy="0"/>
          <a:chOff x="0" y="0"/>
          <a:chExt cx="0" cy="0"/>
        </a:xfrm>
      </p:grpSpPr>
      <p:sp>
        <p:nvSpPr>
          <p:cNvPr id="333" name="Google Shape;333;p69"/>
          <p:cNvSpPr txBox="1"/>
          <p:nvPr>
            <p:ph type="ctrTitle"/>
          </p:nvPr>
        </p:nvSpPr>
        <p:spPr>
          <a:xfrm>
            <a:off x="1721411" y="1305136"/>
            <a:ext cx="5739900" cy="2052600"/>
          </a:xfrm>
          <a:prstGeom prst="rect">
            <a:avLst/>
          </a:prstGeom>
        </p:spPr>
        <p:txBody>
          <a:bodyPr anchorCtr="0" anchor="ctr" bIns="91425" lIns="91425" spcFirstLastPara="1" rIns="91425" wrap="square" tIns="91425">
            <a:noAutofit/>
          </a:bodyPr>
          <a:lstStyle>
            <a:lvl1pPr lvl="0" algn="ctr">
              <a:spcBef>
                <a:spcPts val="1000"/>
              </a:spcBef>
              <a:spcAft>
                <a:spcPts val="0"/>
              </a:spcAft>
              <a:buSzPts val="5200"/>
              <a:buNone/>
              <a:defRPr b="1" sz="44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4" name="Google Shape;334;p69"/>
          <p:cNvSpPr txBox="1"/>
          <p:nvPr>
            <p:ph idx="1" type="subTitle"/>
          </p:nvPr>
        </p:nvSpPr>
        <p:spPr>
          <a:xfrm>
            <a:off x="2970300" y="3173408"/>
            <a:ext cx="3251700" cy="41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5" name="Google Shape;335;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6" name="Shape 336"/>
        <p:cNvGrpSpPr/>
        <p:nvPr/>
      </p:nvGrpSpPr>
      <p:grpSpPr>
        <a:xfrm>
          <a:off x="0" y="0"/>
          <a:ext cx="0" cy="0"/>
          <a:chOff x="0" y="0"/>
          <a:chExt cx="0" cy="0"/>
        </a:xfrm>
      </p:grpSpPr>
      <p:sp>
        <p:nvSpPr>
          <p:cNvPr id="337" name="Google Shape;337;p7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8" name="Google Shape;338;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p:cSld name="CUSTOM">
    <p:spTree>
      <p:nvGrpSpPr>
        <p:cNvPr id="339" name="Shape 339"/>
        <p:cNvGrpSpPr/>
        <p:nvPr/>
      </p:nvGrpSpPr>
      <p:grpSpPr>
        <a:xfrm>
          <a:off x="0" y="0"/>
          <a:ext cx="0" cy="0"/>
          <a:chOff x="0" y="0"/>
          <a:chExt cx="0" cy="0"/>
        </a:xfrm>
      </p:grpSpPr>
      <p:sp>
        <p:nvSpPr>
          <p:cNvPr id="340" name="Google Shape;340;p7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1" name="Google Shape;341;p71"/>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 picture">
  <p:cSld name="CUSTOM_2">
    <p:spTree>
      <p:nvGrpSpPr>
        <p:cNvPr id="342" name="Shape 342"/>
        <p:cNvGrpSpPr/>
        <p:nvPr/>
      </p:nvGrpSpPr>
      <p:grpSpPr>
        <a:xfrm>
          <a:off x="0" y="0"/>
          <a:ext cx="0" cy="0"/>
          <a:chOff x="0" y="0"/>
          <a:chExt cx="0" cy="0"/>
        </a:xfrm>
      </p:grpSpPr>
      <p:sp>
        <p:nvSpPr>
          <p:cNvPr id="343" name="Google Shape;343;p72"/>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4" name="Google Shape;344;p72"/>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one column">
  <p:cSld name="CUSTOM_1">
    <p:spTree>
      <p:nvGrpSpPr>
        <p:cNvPr id="345" name="Shape 345"/>
        <p:cNvGrpSpPr/>
        <p:nvPr/>
      </p:nvGrpSpPr>
      <p:grpSpPr>
        <a:xfrm>
          <a:off x="0" y="0"/>
          <a:ext cx="0" cy="0"/>
          <a:chOff x="0" y="0"/>
          <a:chExt cx="0" cy="0"/>
        </a:xfrm>
      </p:grpSpPr>
      <p:sp>
        <p:nvSpPr>
          <p:cNvPr id="346" name="Google Shape;346;p7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7" name="Google Shape;347;p73"/>
          <p:cNvSpPr txBox="1"/>
          <p:nvPr>
            <p:ph idx="1" type="body"/>
          </p:nvPr>
        </p:nvSpPr>
        <p:spPr>
          <a:xfrm>
            <a:off x="607200" y="1764944"/>
            <a:ext cx="3936000" cy="771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8" name="Google Shape;348;p73"/>
          <p:cNvSpPr txBox="1"/>
          <p:nvPr>
            <p:ph idx="2" type="body"/>
          </p:nvPr>
        </p:nvSpPr>
        <p:spPr>
          <a:xfrm>
            <a:off x="607200" y="2646644"/>
            <a:ext cx="39360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list">
  <p:cSld name="CUSTOM_1_2">
    <p:spTree>
      <p:nvGrpSpPr>
        <p:cNvPr id="349" name="Shape 349"/>
        <p:cNvGrpSpPr/>
        <p:nvPr/>
      </p:nvGrpSpPr>
      <p:grpSpPr>
        <a:xfrm>
          <a:off x="0" y="0"/>
          <a:ext cx="0" cy="0"/>
          <a:chOff x="0" y="0"/>
          <a:chExt cx="0" cy="0"/>
        </a:xfrm>
      </p:grpSpPr>
      <p:sp>
        <p:nvSpPr>
          <p:cNvPr id="350" name="Google Shape;350;p7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1" name="Google Shape;351;p74"/>
          <p:cNvSpPr txBox="1"/>
          <p:nvPr>
            <p:ph idx="1" type="body"/>
          </p:nvPr>
        </p:nvSpPr>
        <p:spPr>
          <a:xfrm>
            <a:off x="607200" y="1789698"/>
            <a:ext cx="3936000" cy="1084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74"/>
          <p:cNvSpPr txBox="1"/>
          <p:nvPr>
            <p:ph idx="2" type="body"/>
          </p:nvPr>
        </p:nvSpPr>
        <p:spPr>
          <a:xfrm>
            <a:off x="607200" y="2983598"/>
            <a:ext cx="3936000" cy="14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sz="1200"/>
            </a:lvl1pPr>
            <a:lvl2pPr indent="-304800" lvl="1" marL="914400">
              <a:spcBef>
                <a:spcPts val="0"/>
              </a:spcBef>
              <a:spcAft>
                <a:spcPts val="0"/>
              </a:spcAft>
              <a:buSzPts val="1200"/>
              <a:buAutoNum type="alphaLcPeriod"/>
              <a:defRPr/>
            </a:lvl2pPr>
            <a:lvl3pPr indent="-304800" lvl="2" marL="1371600">
              <a:spcBef>
                <a:spcPts val="0"/>
              </a:spcBef>
              <a:spcAft>
                <a:spcPts val="0"/>
              </a:spcAft>
              <a:buSzPts val="1200"/>
              <a:buAutoNum type="romanLcPeriod"/>
              <a:defRPr/>
            </a:lvl3pPr>
            <a:lvl4pPr indent="-304800" lvl="3" marL="1828800">
              <a:spcBef>
                <a:spcPts val="0"/>
              </a:spcBef>
              <a:spcAft>
                <a:spcPts val="0"/>
              </a:spcAft>
              <a:buSzPts val="1200"/>
              <a:buAutoNum type="arabicPeriod"/>
              <a:defRPr/>
            </a:lvl4pPr>
            <a:lvl5pPr indent="-304800" lvl="4" marL="2286000">
              <a:spcBef>
                <a:spcPts val="0"/>
              </a:spcBef>
              <a:spcAft>
                <a:spcPts val="0"/>
              </a:spcAft>
              <a:buSzPts val="1200"/>
              <a:buAutoNum type="alphaLcPeriod"/>
              <a:defRPr/>
            </a:lvl5pPr>
            <a:lvl6pPr indent="-304800" lvl="5" marL="2743200">
              <a:spcBef>
                <a:spcPts val="0"/>
              </a:spcBef>
              <a:spcAft>
                <a:spcPts val="0"/>
              </a:spcAft>
              <a:buSzPts val="1200"/>
              <a:buAutoNum type="romanLcPeriod"/>
              <a:defRPr/>
            </a:lvl6pPr>
            <a:lvl7pPr indent="-304800" lvl="6" marL="3200400">
              <a:spcBef>
                <a:spcPts val="0"/>
              </a:spcBef>
              <a:spcAft>
                <a:spcPts val="0"/>
              </a:spcAft>
              <a:buSzPts val="1200"/>
              <a:buAutoNum type="arabicPeriod"/>
              <a:defRPr/>
            </a:lvl7pPr>
            <a:lvl8pPr indent="-304800" lvl="7" marL="3657600">
              <a:spcBef>
                <a:spcPts val="0"/>
              </a:spcBef>
              <a:spcAft>
                <a:spcPts val="0"/>
              </a:spcAft>
              <a:buSzPts val="1200"/>
              <a:buAutoNum type="alphaLcPeriod"/>
              <a:defRPr/>
            </a:lvl8pPr>
            <a:lvl9pPr indent="-304800" lvl="8" marL="4114800">
              <a:spcBef>
                <a:spcPts val="0"/>
              </a:spcBef>
              <a:spcAft>
                <a:spcPts val="0"/>
              </a:spcAft>
              <a:buSzPts val="1200"/>
              <a:buAutoNum type="romanLcPeriod"/>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bullet point">
  <p:cSld name="CUSTOM_1_2_1">
    <p:spTree>
      <p:nvGrpSpPr>
        <p:cNvPr id="353" name="Shape 353"/>
        <p:cNvGrpSpPr/>
        <p:nvPr/>
      </p:nvGrpSpPr>
      <p:grpSpPr>
        <a:xfrm>
          <a:off x="0" y="0"/>
          <a:ext cx="0" cy="0"/>
          <a:chOff x="0" y="0"/>
          <a:chExt cx="0" cy="0"/>
        </a:xfrm>
      </p:grpSpPr>
      <p:sp>
        <p:nvSpPr>
          <p:cNvPr id="354" name="Google Shape;354;p7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5" name="Google Shape;355;p75"/>
          <p:cNvSpPr txBox="1"/>
          <p:nvPr>
            <p:ph idx="1" type="body"/>
          </p:nvPr>
        </p:nvSpPr>
        <p:spPr>
          <a:xfrm>
            <a:off x="607200" y="1788194"/>
            <a:ext cx="3936000" cy="1084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6" name="Google Shape;356;p75"/>
          <p:cNvSpPr txBox="1"/>
          <p:nvPr>
            <p:ph idx="2" type="body"/>
          </p:nvPr>
        </p:nvSpPr>
        <p:spPr>
          <a:xfrm>
            <a:off x="607200" y="2982094"/>
            <a:ext cx="3936000" cy="14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list">
  <p:cSld name="CUSTOM_1_1">
    <p:spTree>
      <p:nvGrpSpPr>
        <p:cNvPr id="357" name="Shape 357"/>
        <p:cNvGrpSpPr/>
        <p:nvPr/>
      </p:nvGrpSpPr>
      <p:grpSpPr>
        <a:xfrm>
          <a:off x="0" y="0"/>
          <a:ext cx="0" cy="0"/>
          <a:chOff x="0" y="0"/>
          <a:chExt cx="0" cy="0"/>
        </a:xfrm>
      </p:grpSpPr>
      <p:sp>
        <p:nvSpPr>
          <p:cNvPr id="358" name="Google Shape;358;p7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76"/>
          <p:cNvSpPr txBox="1"/>
          <p:nvPr>
            <p:ph idx="1" type="body"/>
          </p:nvPr>
        </p:nvSpPr>
        <p:spPr>
          <a:xfrm>
            <a:off x="607200" y="1765610"/>
            <a:ext cx="3936000" cy="2673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a:lvl1pPr>
            <a:lvl2pPr indent="-304800" lvl="1" marL="914400">
              <a:spcBef>
                <a:spcPts val="0"/>
              </a:spcBef>
              <a:spcAft>
                <a:spcPts val="0"/>
              </a:spcAft>
              <a:buSzPts val="1200"/>
              <a:buAutoNum type="alphaLcPeriod"/>
              <a:defRPr/>
            </a:lvl2pPr>
            <a:lvl3pPr indent="-304800" lvl="2" marL="1371600">
              <a:spcBef>
                <a:spcPts val="0"/>
              </a:spcBef>
              <a:spcAft>
                <a:spcPts val="0"/>
              </a:spcAft>
              <a:buSzPts val="1200"/>
              <a:buAutoNum type="romanLcPeriod"/>
              <a:defRPr/>
            </a:lvl3pPr>
            <a:lvl4pPr indent="-304800" lvl="3" marL="1828800">
              <a:spcBef>
                <a:spcPts val="0"/>
              </a:spcBef>
              <a:spcAft>
                <a:spcPts val="0"/>
              </a:spcAft>
              <a:buSzPts val="1200"/>
              <a:buAutoNum type="arabicPeriod"/>
              <a:defRPr/>
            </a:lvl4pPr>
            <a:lvl5pPr indent="-304800" lvl="4" marL="2286000">
              <a:spcBef>
                <a:spcPts val="0"/>
              </a:spcBef>
              <a:spcAft>
                <a:spcPts val="0"/>
              </a:spcAft>
              <a:buSzPts val="1200"/>
              <a:buAutoNum type="alphaLcPeriod"/>
              <a:defRPr/>
            </a:lvl5pPr>
            <a:lvl6pPr indent="-304800" lvl="5" marL="2743200">
              <a:spcBef>
                <a:spcPts val="0"/>
              </a:spcBef>
              <a:spcAft>
                <a:spcPts val="0"/>
              </a:spcAft>
              <a:buSzPts val="1200"/>
              <a:buAutoNum type="romanLcPeriod"/>
              <a:defRPr/>
            </a:lvl6pPr>
            <a:lvl7pPr indent="-304800" lvl="6" marL="3200400">
              <a:spcBef>
                <a:spcPts val="0"/>
              </a:spcBef>
              <a:spcAft>
                <a:spcPts val="0"/>
              </a:spcAft>
              <a:buSzPts val="1200"/>
              <a:buAutoNum type="arabicPeriod"/>
              <a:defRPr/>
            </a:lvl7pPr>
            <a:lvl8pPr indent="-304800" lvl="7" marL="3657600">
              <a:spcBef>
                <a:spcPts val="0"/>
              </a:spcBef>
              <a:spcAft>
                <a:spcPts val="0"/>
              </a:spcAft>
              <a:buSzPts val="1200"/>
              <a:buAutoNum type="alphaLcPeriod"/>
              <a:defRPr/>
            </a:lvl8pPr>
            <a:lvl9pPr indent="-304800" lvl="8" marL="4114800">
              <a:spcBef>
                <a:spcPts val="0"/>
              </a:spcBef>
              <a:spcAft>
                <a:spcPts val="0"/>
              </a:spcAft>
              <a:buSzPts val="1200"/>
              <a:buAutoNum type="romanLcPerio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p:cSld name="CUSTOM_1_1_1">
    <p:spTree>
      <p:nvGrpSpPr>
        <p:cNvPr id="360" name="Shape 360"/>
        <p:cNvGrpSpPr/>
        <p:nvPr/>
      </p:nvGrpSpPr>
      <p:grpSpPr>
        <a:xfrm>
          <a:off x="0" y="0"/>
          <a:ext cx="0" cy="0"/>
          <a:chOff x="0" y="0"/>
          <a:chExt cx="0" cy="0"/>
        </a:xfrm>
      </p:grpSpPr>
      <p:sp>
        <p:nvSpPr>
          <p:cNvPr id="361" name="Google Shape;361;p77"/>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2" name="Google Shape;362;p77"/>
          <p:cNvSpPr txBox="1"/>
          <p:nvPr>
            <p:ph idx="1" type="body"/>
          </p:nvPr>
        </p:nvSpPr>
        <p:spPr>
          <a:xfrm>
            <a:off x="607200" y="1765607"/>
            <a:ext cx="3936000" cy="266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363" name="Shape 363"/>
        <p:cNvGrpSpPr/>
        <p:nvPr/>
      </p:nvGrpSpPr>
      <p:grpSpPr>
        <a:xfrm>
          <a:off x="0" y="0"/>
          <a:ext cx="0" cy="0"/>
          <a:chOff x="0" y="0"/>
          <a:chExt cx="0" cy="0"/>
        </a:xfrm>
      </p:grpSpPr>
      <p:sp>
        <p:nvSpPr>
          <p:cNvPr id="364" name="Google Shape;364;p78"/>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5" name="Google Shape;365;p78"/>
          <p:cNvSpPr txBox="1"/>
          <p:nvPr>
            <p:ph idx="1" type="body"/>
          </p:nvPr>
        </p:nvSpPr>
        <p:spPr>
          <a:xfrm>
            <a:off x="607200" y="1765237"/>
            <a:ext cx="3290700" cy="1208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 picture">
  <p:cSld name="TITLE_AND_BODY_1">
    <p:spTree>
      <p:nvGrpSpPr>
        <p:cNvPr id="367" name="Shape 367"/>
        <p:cNvGrpSpPr/>
        <p:nvPr/>
      </p:nvGrpSpPr>
      <p:grpSpPr>
        <a:xfrm>
          <a:off x="0" y="0"/>
          <a:ext cx="0" cy="0"/>
          <a:chOff x="0" y="0"/>
          <a:chExt cx="0" cy="0"/>
        </a:xfrm>
      </p:grpSpPr>
      <p:sp>
        <p:nvSpPr>
          <p:cNvPr id="368" name="Google Shape;368;p79"/>
          <p:cNvSpPr txBox="1"/>
          <p:nvPr>
            <p:ph type="title"/>
          </p:nvPr>
        </p:nvSpPr>
        <p:spPr>
          <a:xfrm>
            <a:off x="607200" y="1026550"/>
            <a:ext cx="3936000" cy="539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9" name="Google Shape;369;p79"/>
          <p:cNvSpPr txBox="1"/>
          <p:nvPr>
            <p:ph idx="1" type="body"/>
          </p:nvPr>
        </p:nvSpPr>
        <p:spPr>
          <a:xfrm>
            <a:off x="607200" y="1765200"/>
            <a:ext cx="3936000" cy="2838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a:lvl1pPr>
            <a:lvl2pPr indent="-304800" lvl="1" marL="914400">
              <a:spcBef>
                <a:spcPts val="0"/>
              </a:spcBef>
              <a:spcAft>
                <a:spcPts val="0"/>
              </a:spcAft>
              <a:buSzPts val="1200"/>
              <a:buAutoNum type="alphaLcPeriod"/>
              <a:defRPr/>
            </a:lvl2pPr>
            <a:lvl3pPr indent="-304800" lvl="2" marL="1371600">
              <a:spcBef>
                <a:spcPts val="0"/>
              </a:spcBef>
              <a:spcAft>
                <a:spcPts val="0"/>
              </a:spcAft>
              <a:buSzPts val="1200"/>
              <a:buAutoNum type="romanLcPeriod"/>
              <a:defRPr/>
            </a:lvl3pPr>
            <a:lvl4pPr indent="-304800" lvl="3" marL="1828800">
              <a:spcBef>
                <a:spcPts val="0"/>
              </a:spcBef>
              <a:spcAft>
                <a:spcPts val="0"/>
              </a:spcAft>
              <a:buSzPts val="1200"/>
              <a:buAutoNum type="arabicPeriod"/>
              <a:defRPr/>
            </a:lvl4pPr>
            <a:lvl5pPr indent="-304800" lvl="4" marL="2286000">
              <a:spcBef>
                <a:spcPts val="0"/>
              </a:spcBef>
              <a:spcAft>
                <a:spcPts val="0"/>
              </a:spcAft>
              <a:buSzPts val="1200"/>
              <a:buAutoNum type="alphaLcPeriod"/>
              <a:defRPr/>
            </a:lvl5pPr>
            <a:lvl6pPr indent="-304800" lvl="5" marL="2743200">
              <a:spcBef>
                <a:spcPts val="0"/>
              </a:spcBef>
              <a:spcAft>
                <a:spcPts val="0"/>
              </a:spcAft>
              <a:buSzPts val="1200"/>
              <a:buAutoNum type="romanLcPeriod"/>
              <a:defRPr/>
            </a:lvl6pPr>
            <a:lvl7pPr indent="-304800" lvl="6" marL="3200400">
              <a:spcBef>
                <a:spcPts val="0"/>
              </a:spcBef>
              <a:spcAft>
                <a:spcPts val="0"/>
              </a:spcAft>
              <a:buSzPts val="1200"/>
              <a:buAutoNum type="arabicPeriod"/>
              <a:defRPr/>
            </a:lvl7pPr>
            <a:lvl8pPr indent="-304800" lvl="7" marL="3657600">
              <a:spcBef>
                <a:spcPts val="0"/>
              </a:spcBef>
              <a:spcAft>
                <a:spcPts val="0"/>
              </a:spcAft>
              <a:buSzPts val="1200"/>
              <a:buAutoNum type="alphaLcPeriod"/>
              <a:defRPr/>
            </a:lvl8pPr>
            <a:lvl9pPr indent="-304800" lvl="8" marL="4114800">
              <a:spcBef>
                <a:spcPts val="0"/>
              </a:spcBef>
              <a:spcAft>
                <a:spcPts val="0"/>
              </a:spcAft>
              <a:buSzPts val="1200"/>
              <a:buAutoNum type="romanLcPeriod"/>
              <a:defRPr/>
            </a:lvl9pPr>
          </a:lstStyle>
          <a:p/>
        </p:txBody>
      </p:sp>
      <p:sp>
        <p:nvSpPr>
          <p:cNvPr id="370" name="Google Shape;370;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ext and list">
  <p:cSld name="TITLE_AND_BODY_1_1">
    <p:spTree>
      <p:nvGrpSpPr>
        <p:cNvPr id="371" name="Shape 371"/>
        <p:cNvGrpSpPr/>
        <p:nvPr/>
      </p:nvGrpSpPr>
      <p:grpSpPr>
        <a:xfrm>
          <a:off x="0" y="0"/>
          <a:ext cx="0" cy="0"/>
          <a:chOff x="0" y="0"/>
          <a:chExt cx="0" cy="0"/>
        </a:xfrm>
      </p:grpSpPr>
      <p:sp>
        <p:nvSpPr>
          <p:cNvPr id="372" name="Google Shape;372;p80"/>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3" name="Google Shape;373;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80"/>
          <p:cNvSpPr txBox="1"/>
          <p:nvPr>
            <p:ph idx="1" type="body"/>
          </p:nvPr>
        </p:nvSpPr>
        <p:spPr>
          <a:xfrm>
            <a:off x="607200" y="1781026"/>
            <a:ext cx="39360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80"/>
          <p:cNvSpPr txBox="1"/>
          <p:nvPr>
            <p:ph idx="2" type="body"/>
          </p:nvPr>
        </p:nvSpPr>
        <p:spPr>
          <a:xfrm>
            <a:off x="607200" y="2640259"/>
            <a:ext cx="39360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USTOM_3">
    <p:spTree>
      <p:nvGrpSpPr>
        <p:cNvPr id="376" name="Shape 376"/>
        <p:cNvGrpSpPr/>
        <p:nvPr/>
      </p:nvGrpSpPr>
      <p:grpSpPr>
        <a:xfrm>
          <a:off x="0" y="0"/>
          <a:ext cx="0" cy="0"/>
          <a:chOff x="0" y="0"/>
          <a:chExt cx="0" cy="0"/>
        </a:xfrm>
      </p:grpSpPr>
      <p:sp>
        <p:nvSpPr>
          <p:cNvPr id="377" name="Google Shape;377;p8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8" name="Google Shape;378;p81"/>
          <p:cNvSpPr txBox="1"/>
          <p:nvPr>
            <p:ph idx="1" type="body"/>
          </p:nvPr>
        </p:nvSpPr>
        <p:spPr>
          <a:xfrm>
            <a:off x="607200" y="1781200"/>
            <a:ext cx="3290700" cy="742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81"/>
          <p:cNvSpPr txBox="1"/>
          <p:nvPr>
            <p:ph idx="2" type="body"/>
          </p:nvPr>
        </p:nvSpPr>
        <p:spPr>
          <a:xfrm>
            <a:off x="607200" y="2646647"/>
            <a:ext cx="32907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81"/>
          <p:cNvSpPr txBox="1"/>
          <p:nvPr>
            <p:ph idx="3" type="body"/>
          </p:nvPr>
        </p:nvSpPr>
        <p:spPr>
          <a:xfrm>
            <a:off x="4585130" y="1781200"/>
            <a:ext cx="3290700" cy="742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81"/>
          <p:cNvSpPr txBox="1"/>
          <p:nvPr>
            <p:ph idx="4" type="body"/>
          </p:nvPr>
        </p:nvSpPr>
        <p:spPr>
          <a:xfrm>
            <a:off x="4585128" y="2646647"/>
            <a:ext cx="32907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USTOM_3_1">
    <p:spTree>
      <p:nvGrpSpPr>
        <p:cNvPr id="382" name="Shape 382"/>
        <p:cNvGrpSpPr/>
        <p:nvPr/>
      </p:nvGrpSpPr>
      <p:grpSpPr>
        <a:xfrm>
          <a:off x="0" y="0"/>
          <a:ext cx="0" cy="0"/>
          <a:chOff x="0" y="0"/>
          <a:chExt cx="0" cy="0"/>
        </a:xfrm>
      </p:grpSpPr>
      <p:sp>
        <p:nvSpPr>
          <p:cNvPr id="383" name="Google Shape;383;p82"/>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4" name="Google Shape;384;p82"/>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82"/>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6" name="Google Shape;386;p82"/>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7" name="Google Shape;387;p82"/>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8" name="Google Shape;388;p82"/>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89" name="Google Shape;389;p82"/>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p:cSld name="TITLE_AND_BODY_1_1_1">
    <p:spTree>
      <p:nvGrpSpPr>
        <p:cNvPr id="390" name="Shape 390"/>
        <p:cNvGrpSpPr/>
        <p:nvPr/>
      </p:nvGrpSpPr>
      <p:grpSpPr>
        <a:xfrm>
          <a:off x="0" y="0"/>
          <a:ext cx="0" cy="0"/>
          <a:chOff x="0" y="0"/>
          <a:chExt cx="0" cy="0"/>
        </a:xfrm>
      </p:grpSpPr>
      <p:sp>
        <p:nvSpPr>
          <p:cNvPr id="391" name="Google Shape;391;p8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2" name="Google Shape;392;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83"/>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83"/>
          <p:cNvSpPr txBox="1"/>
          <p:nvPr>
            <p:ph idx="2" type="body"/>
          </p:nvPr>
        </p:nvSpPr>
        <p:spPr>
          <a:xfrm>
            <a:off x="607200" y="2640256"/>
            <a:ext cx="32907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83"/>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6" name="Google Shape;396;p83"/>
          <p:cNvSpPr txBox="1"/>
          <p:nvPr>
            <p:ph idx="4" type="body"/>
          </p:nvPr>
        </p:nvSpPr>
        <p:spPr>
          <a:xfrm>
            <a:off x="4589631" y="2640256"/>
            <a:ext cx="32907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2">
  <p:cSld name="TITLE_AND_BODY_1_1_1_1">
    <p:spTree>
      <p:nvGrpSpPr>
        <p:cNvPr id="397" name="Shape 397"/>
        <p:cNvGrpSpPr/>
        <p:nvPr/>
      </p:nvGrpSpPr>
      <p:grpSpPr>
        <a:xfrm>
          <a:off x="0" y="0"/>
          <a:ext cx="0" cy="0"/>
          <a:chOff x="0" y="0"/>
          <a:chExt cx="0" cy="0"/>
        </a:xfrm>
      </p:grpSpPr>
      <p:sp>
        <p:nvSpPr>
          <p:cNvPr id="398" name="Google Shape;398;p8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9" name="Google Shape;399;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0" name="Google Shape;400;p84"/>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1" name="Google Shape;401;p84"/>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2" name="Google Shape;402;p84"/>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84"/>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84"/>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5" name="Google Shape;405;p84"/>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and list" type="twoColTx">
  <p:cSld name="TITLE_AND_TWO_COLUMNS">
    <p:spTree>
      <p:nvGrpSpPr>
        <p:cNvPr id="406" name="Shape 406"/>
        <p:cNvGrpSpPr/>
        <p:nvPr/>
      </p:nvGrpSpPr>
      <p:grpSpPr>
        <a:xfrm>
          <a:off x="0" y="0"/>
          <a:ext cx="0" cy="0"/>
          <a:chOff x="0" y="0"/>
          <a:chExt cx="0" cy="0"/>
        </a:xfrm>
      </p:grpSpPr>
      <p:sp>
        <p:nvSpPr>
          <p:cNvPr id="407" name="Google Shape;407;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8" name="Google Shape;408;p8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9" name="Google Shape;409;p85"/>
          <p:cNvSpPr txBox="1"/>
          <p:nvPr>
            <p:ph idx="1" type="body"/>
          </p:nvPr>
        </p:nvSpPr>
        <p:spPr>
          <a:xfrm>
            <a:off x="607200" y="1781025"/>
            <a:ext cx="19515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0" name="Google Shape;410;p85"/>
          <p:cNvSpPr txBox="1"/>
          <p:nvPr>
            <p:ph idx="2" type="body"/>
          </p:nvPr>
        </p:nvSpPr>
        <p:spPr>
          <a:xfrm>
            <a:off x="607200" y="2640253"/>
            <a:ext cx="19515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1" name="Google Shape;411;p85"/>
          <p:cNvSpPr txBox="1"/>
          <p:nvPr>
            <p:ph idx="3" type="body"/>
          </p:nvPr>
        </p:nvSpPr>
        <p:spPr>
          <a:xfrm>
            <a:off x="3596250" y="1781025"/>
            <a:ext cx="19515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85"/>
          <p:cNvSpPr txBox="1"/>
          <p:nvPr>
            <p:ph idx="4" type="body"/>
          </p:nvPr>
        </p:nvSpPr>
        <p:spPr>
          <a:xfrm>
            <a:off x="3596250" y="2640253"/>
            <a:ext cx="19515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3" name="Google Shape;413;p85"/>
          <p:cNvSpPr txBox="1"/>
          <p:nvPr>
            <p:ph idx="5" type="body"/>
          </p:nvPr>
        </p:nvSpPr>
        <p:spPr>
          <a:xfrm>
            <a:off x="6588450" y="1781025"/>
            <a:ext cx="19515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85"/>
          <p:cNvSpPr txBox="1"/>
          <p:nvPr>
            <p:ph idx="6" type="body"/>
          </p:nvPr>
        </p:nvSpPr>
        <p:spPr>
          <a:xfrm>
            <a:off x="6588450" y="2640253"/>
            <a:ext cx="1951500" cy="178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p:cSld name="TITLE_AND_TWO_COLUMNS_1">
    <p:spTree>
      <p:nvGrpSpPr>
        <p:cNvPr id="415" name="Shape 415"/>
        <p:cNvGrpSpPr/>
        <p:nvPr/>
      </p:nvGrpSpPr>
      <p:grpSpPr>
        <a:xfrm>
          <a:off x="0" y="0"/>
          <a:ext cx="0" cy="0"/>
          <a:chOff x="0" y="0"/>
          <a:chExt cx="0" cy="0"/>
        </a:xfrm>
      </p:grpSpPr>
      <p:sp>
        <p:nvSpPr>
          <p:cNvPr id="416" name="Google Shape;416;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8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 name="Google Shape;418;p86"/>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86"/>
          <p:cNvSpPr txBox="1"/>
          <p:nvPr>
            <p:ph idx="2" type="body"/>
          </p:nvPr>
        </p:nvSpPr>
        <p:spPr>
          <a:xfrm>
            <a:off x="359625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86"/>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1" name="Google Shape;421;p86"/>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2" name="Google Shape;422;p86"/>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3" name="Google Shape;423;p86"/>
          <p:cNvSpPr txBox="1"/>
          <p:nvPr>
            <p:ph idx="6" type="subTitle"/>
          </p:nvPr>
        </p:nvSpPr>
        <p:spPr>
          <a:xfrm>
            <a:off x="3597825"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p:cSld name="TITLE_AND_TWO_COLUMNS_1_1">
    <p:spTree>
      <p:nvGrpSpPr>
        <p:cNvPr id="424" name="Shape 424"/>
        <p:cNvGrpSpPr/>
        <p:nvPr/>
      </p:nvGrpSpPr>
      <p:grpSpPr>
        <a:xfrm>
          <a:off x="0" y="0"/>
          <a:ext cx="0" cy="0"/>
          <a:chOff x="0" y="0"/>
          <a:chExt cx="0" cy="0"/>
        </a:xfrm>
      </p:grpSpPr>
      <p:sp>
        <p:nvSpPr>
          <p:cNvPr id="425" name="Google Shape;425;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6" name="Google Shape;426;p8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7" name="Google Shape;427;p87"/>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87"/>
          <p:cNvSpPr txBox="1"/>
          <p:nvPr>
            <p:ph idx="2" type="body"/>
          </p:nvPr>
        </p:nvSpPr>
        <p:spPr>
          <a:xfrm>
            <a:off x="260095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87"/>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0" name="Google Shape;430;p87"/>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31" name="Google Shape;431;p87"/>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32" name="Google Shape;432;p87"/>
          <p:cNvSpPr txBox="1"/>
          <p:nvPr>
            <p:ph idx="6" type="subTitle"/>
          </p:nvPr>
        </p:nvSpPr>
        <p:spPr>
          <a:xfrm>
            <a:off x="260095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33" name="Google Shape;433;p87"/>
          <p:cNvSpPr txBox="1"/>
          <p:nvPr>
            <p:ph idx="7" type="body"/>
          </p:nvPr>
        </p:nvSpPr>
        <p:spPr>
          <a:xfrm>
            <a:off x="4594700" y="2178125"/>
            <a:ext cx="1951500" cy="2248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4" name="Google Shape;434;p87"/>
          <p:cNvSpPr txBox="1"/>
          <p:nvPr>
            <p:ph idx="8" type="subTitle"/>
          </p:nvPr>
        </p:nvSpPr>
        <p:spPr>
          <a:xfrm>
            <a:off x="4594700" y="1785575"/>
            <a:ext cx="19515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TWO_COLUMNS_1_1_2">
    <p:spTree>
      <p:nvGrpSpPr>
        <p:cNvPr id="435" name="Shape 435"/>
        <p:cNvGrpSpPr/>
        <p:nvPr/>
      </p:nvGrpSpPr>
      <p:grpSpPr>
        <a:xfrm>
          <a:off x="0" y="0"/>
          <a:ext cx="0" cy="0"/>
          <a:chOff x="0" y="0"/>
          <a:chExt cx="0" cy="0"/>
        </a:xfrm>
      </p:grpSpPr>
      <p:sp>
        <p:nvSpPr>
          <p:cNvPr id="436" name="Google Shape;436;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7" name="Google Shape;437;p88"/>
          <p:cNvSpPr txBox="1"/>
          <p:nvPr>
            <p:ph idx="1" type="body"/>
          </p:nvPr>
        </p:nvSpPr>
        <p:spPr>
          <a:xfrm>
            <a:off x="60720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000">
                <a:solidFill>
                  <a:srgbClr val="3C4856"/>
                </a:solidFill>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88"/>
          <p:cNvSpPr txBox="1"/>
          <p:nvPr>
            <p:ph idx="2" type="body"/>
          </p:nvPr>
        </p:nvSpPr>
        <p:spPr>
          <a:xfrm>
            <a:off x="262975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000">
                <a:solidFill>
                  <a:srgbClr val="3C4856"/>
                </a:solidFill>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88"/>
          <p:cNvSpPr txBox="1"/>
          <p:nvPr>
            <p:ph idx="3" type="body"/>
          </p:nvPr>
        </p:nvSpPr>
        <p:spPr>
          <a:xfrm>
            <a:off x="667485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000">
                <a:solidFill>
                  <a:srgbClr val="3C4856"/>
                </a:solidFill>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88"/>
          <p:cNvSpPr txBox="1"/>
          <p:nvPr>
            <p:ph idx="4" type="subTitle"/>
          </p:nvPr>
        </p:nvSpPr>
        <p:spPr>
          <a:xfrm>
            <a:off x="607200" y="3445725"/>
            <a:ext cx="14028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000">
                <a:solidFill>
                  <a:srgbClr val="3C4856"/>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41" name="Google Shape;441;p88"/>
          <p:cNvSpPr txBox="1"/>
          <p:nvPr>
            <p:ph idx="5" type="subTitle"/>
          </p:nvPr>
        </p:nvSpPr>
        <p:spPr>
          <a:xfrm>
            <a:off x="6674850" y="3445725"/>
            <a:ext cx="14028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000">
                <a:solidFill>
                  <a:srgbClr val="3C4856"/>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42" name="Google Shape;442;p88"/>
          <p:cNvSpPr txBox="1"/>
          <p:nvPr>
            <p:ph idx="6" type="subTitle"/>
          </p:nvPr>
        </p:nvSpPr>
        <p:spPr>
          <a:xfrm>
            <a:off x="2629750" y="3445725"/>
            <a:ext cx="14028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000">
                <a:solidFill>
                  <a:srgbClr val="3C4856"/>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43" name="Google Shape;443;p88"/>
          <p:cNvSpPr txBox="1"/>
          <p:nvPr>
            <p:ph idx="7" type="body"/>
          </p:nvPr>
        </p:nvSpPr>
        <p:spPr>
          <a:xfrm>
            <a:off x="465230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000">
                <a:solidFill>
                  <a:srgbClr val="3C4856"/>
                </a:solidFill>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88"/>
          <p:cNvSpPr txBox="1"/>
          <p:nvPr>
            <p:ph idx="8" type="subTitle"/>
          </p:nvPr>
        </p:nvSpPr>
        <p:spPr>
          <a:xfrm>
            <a:off x="4652300" y="3445725"/>
            <a:ext cx="1402800" cy="358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000">
                <a:solidFill>
                  <a:srgbClr val="3C4856"/>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45" name="Google Shape;445;p88"/>
          <p:cNvSpPr txBox="1"/>
          <p:nvPr>
            <p:ph type="title"/>
          </p:nvPr>
        </p:nvSpPr>
        <p:spPr>
          <a:xfrm>
            <a:off x="606900" y="679257"/>
            <a:ext cx="5931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6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46" name="Google Shape;446;p88"/>
          <p:cNvSpPr txBox="1"/>
          <p:nvPr>
            <p:ph idx="9" type="title"/>
          </p:nvPr>
        </p:nvSpPr>
        <p:spPr>
          <a:xfrm>
            <a:off x="4571300" y="421568"/>
            <a:ext cx="3972000" cy="299100"/>
          </a:xfrm>
          <a:prstGeom prst="rect">
            <a:avLst/>
          </a:prstGeom>
        </p:spPr>
        <p:txBody>
          <a:bodyPr anchorCtr="0" anchor="b" bIns="54850" lIns="91425" spcFirstLastPara="1" rIns="91425" wrap="square" tIns="91425">
            <a:noAutofit/>
          </a:bodyPr>
          <a:lstStyle>
            <a:lvl1pPr lv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47" name="Google Shape;447;p88"/>
          <p:cNvSpPr txBox="1"/>
          <p:nvPr>
            <p:ph idx="13" type="title"/>
          </p:nvPr>
        </p:nvSpPr>
        <p:spPr>
          <a:xfrm>
            <a:off x="606900" y="436275"/>
            <a:ext cx="1955100" cy="245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0" sz="900">
                <a:solidFill>
                  <a:schemeClr val="accent4"/>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TITLE_AND_TWO_COLUMNS_1_1_1">
    <p:spTree>
      <p:nvGrpSpPr>
        <p:cNvPr id="448" name="Shape 448"/>
        <p:cNvGrpSpPr/>
        <p:nvPr/>
      </p:nvGrpSpPr>
      <p:grpSpPr>
        <a:xfrm>
          <a:off x="0" y="0"/>
          <a:ext cx="0" cy="0"/>
          <a:chOff x="0" y="0"/>
          <a:chExt cx="0" cy="0"/>
        </a:xfrm>
      </p:grpSpPr>
      <p:sp>
        <p:nvSpPr>
          <p:cNvPr id="449" name="Google Shape;449;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50" name="Google Shape;450;p8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1" name="Google Shape;451;p89"/>
          <p:cNvSpPr txBox="1"/>
          <p:nvPr>
            <p:ph idx="1" type="body"/>
          </p:nvPr>
        </p:nvSpPr>
        <p:spPr>
          <a:xfrm>
            <a:off x="3314406" y="1785575"/>
            <a:ext cx="3936000" cy="53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89"/>
          <p:cNvSpPr txBox="1"/>
          <p:nvPr>
            <p:ph idx="2" type="body"/>
          </p:nvPr>
        </p:nvSpPr>
        <p:spPr>
          <a:xfrm>
            <a:off x="3314406" y="3305922"/>
            <a:ext cx="3936000" cy="53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3" name="Google Shape;453;p89"/>
          <p:cNvSpPr txBox="1"/>
          <p:nvPr>
            <p:ph idx="3" type="body"/>
          </p:nvPr>
        </p:nvSpPr>
        <p:spPr>
          <a:xfrm>
            <a:off x="3314406" y="4066095"/>
            <a:ext cx="3936000" cy="53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89"/>
          <p:cNvSpPr txBox="1"/>
          <p:nvPr>
            <p:ph idx="4" type="subTitle"/>
          </p:nvPr>
        </p:nvSpPr>
        <p:spPr>
          <a:xfrm>
            <a:off x="1301106" y="1785575"/>
            <a:ext cx="1951500" cy="536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55" name="Google Shape;455;p89"/>
          <p:cNvSpPr txBox="1"/>
          <p:nvPr>
            <p:ph idx="5" type="subTitle"/>
          </p:nvPr>
        </p:nvSpPr>
        <p:spPr>
          <a:xfrm>
            <a:off x="1301106" y="4066095"/>
            <a:ext cx="1951500" cy="536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56" name="Google Shape;456;p89"/>
          <p:cNvSpPr txBox="1"/>
          <p:nvPr>
            <p:ph idx="6" type="subTitle"/>
          </p:nvPr>
        </p:nvSpPr>
        <p:spPr>
          <a:xfrm>
            <a:off x="1301106" y="2545748"/>
            <a:ext cx="1951500" cy="536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57" name="Google Shape;457;p89"/>
          <p:cNvSpPr txBox="1"/>
          <p:nvPr>
            <p:ph idx="7" type="body"/>
          </p:nvPr>
        </p:nvSpPr>
        <p:spPr>
          <a:xfrm>
            <a:off x="3314406" y="2545748"/>
            <a:ext cx="3936000" cy="53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8" name="Google Shape;458;p89"/>
          <p:cNvSpPr txBox="1"/>
          <p:nvPr>
            <p:ph idx="8" type="subTitle"/>
          </p:nvPr>
        </p:nvSpPr>
        <p:spPr>
          <a:xfrm>
            <a:off x="1301106" y="3305922"/>
            <a:ext cx="1951500" cy="536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1" sz="12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9" name="Shape 459"/>
        <p:cNvGrpSpPr/>
        <p:nvPr/>
      </p:nvGrpSpPr>
      <p:grpSpPr>
        <a:xfrm>
          <a:off x="0" y="0"/>
          <a:ext cx="0" cy="0"/>
          <a:chOff x="0" y="0"/>
          <a:chExt cx="0" cy="0"/>
        </a:xfrm>
      </p:grpSpPr>
      <p:sp>
        <p:nvSpPr>
          <p:cNvPr id="460" name="Google Shape;460;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61" name="Google Shape;461;p90"/>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imeline">
  <p:cSld name="TITLE_ONLY_1">
    <p:spTree>
      <p:nvGrpSpPr>
        <p:cNvPr id="462" name="Shape 462"/>
        <p:cNvGrpSpPr/>
        <p:nvPr/>
      </p:nvGrpSpPr>
      <p:grpSpPr>
        <a:xfrm>
          <a:off x="0" y="0"/>
          <a:ext cx="0" cy="0"/>
          <a:chOff x="0" y="0"/>
          <a:chExt cx="0" cy="0"/>
        </a:xfrm>
      </p:grpSpPr>
      <p:sp>
        <p:nvSpPr>
          <p:cNvPr id="463" name="Google Shape;463;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64" name="Google Shape;464;p91"/>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5">
    <p:bg>
      <p:bgPr>
        <a:noFill/>
      </p:bgPr>
    </p:bg>
    <p:spTree>
      <p:nvGrpSpPr>
        <p:cNvPr id="465" name="Shape 465"/>
        <p:cNvGrpSpPr/>
        <p:nvPr/>
      </p:nvGrpSpPr>
      <p:grpSpPr>
        <a:xfrm>
          <a:off x="0" y="0"/>
          <a:ext cx="0" cy="0"/>
          <a:chOff x="0" y="0"/>
          <a:chExt cx="0" cy="0"/>
        </a:xfrm>
      </p:grpSpPr>
      <p:sp>
        <p:nvSpPr>
          <p:cNvPr id="466" name="Google Shape;466;p92"/>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5_2">
    <p:bg>
      <p:bgPr>
        <a:noFill/>
      </p:bgPr>
    </p:bg>
    <p:spTree>
      <p:nvGrpSpPr>
        <p:cNvPr id="467" name="Shape 467"/>
        <p:cNvGrpSpPr/>
        <p:nvPr/>
      </p:nvGrpSpPr>
      <p:grpSpPr>
        <a:xfrm>
          <a:off x="0" y="0"/>
          <a:ext cx="0" cy="0"/>
          <a:chOff x="0" y="0"/>
          <a:chExt cx="0" cy="0"/>
        </a:xfrm>
      </p:grpSpPr>
      <p:sp>
        <p:nvSpPr>
          <p:cNvPr id="468" name="Google Shape;468;p93"/>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2_2">
    <p:bg>
      <p:bgPr>
        <a:noFill/>
      </p:bgPr>
    </p:bg>
    <p:spTree>
      <p:nvGrpSpPr>
        <p:cNvPr id="469" name="Shape 469"/>
        <p:cNvGrpSpPr/>
        <p:nvPr/>
      </p:nvGrpSpPr>
      <p:grpSpPr>
        <a:xfrm>
          <a:off x="0" y="0"/>
          <a:ext cx="0" cy="0"/>
          <a:chOff x="0" y="0"/>
          <a:chExt cx="0" cy="0"/>
        </a:xfrm>
      </p:grpSpPr>
      <p:sp>
        <p:nvSpPr>
          <p:cNvPr id="470" name="Google Shape;470;p94"/>
          <p:cNvSpPr txBox="1"/>
          <p:nvPr>
            <p:ph type="title"/>
          </p:nvPr>
        </p:nvSpPr>
        <p:spPr>
          <a:xfrm>
            <a:off x="606900" y="679257"/>
            <a:ext cx="5931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6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71" name="Google Shape;471;p94"/>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72" name="Google Shape;472;p94"/>
          <p:cNvSpPr txBox="1"/>
          <p:nvPr>
            <p:ph idx="3" type="title"/>
          </p:nvPr>
        </p:nvSpPr>
        <p:spPr>
          <a:xfrm>
            <a:off x="606900" y="436275"/>
            <a:ext cx="1955100" cy="245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0" sz="900">
                <a:solidFill>
                  <a:schemeClr val="accent4"/>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_2_1">
    <p:bg>
      <p:bgPr>
        <a:noFill/>
      </p:bgPr>
    </p:bg>
    <p:spTree>
      <p:nvGrpSpPr>
        <p:cNvPr id="473" name="Shape 473"/>
        <p:cNvGrpSpPr/>
        <p:nvPr/>
      </p:nvGrpSpPr>
      <p:grpSpPr>
        <a:xfrm>
          <a:off x="0" y="0"/>
          <a:ext cx="0" cy="0"/>
          <a:chOff x="0" y="0"/>
          <a:chExt cx="0" cy="0"/>
        </a:xfrm>
      </p:grpSpPr>
      <p:sp>
        <p:nvSpPr>
          <p:cNvPr id="474" name="Google Shape;474;p95"/>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6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75" name="Google Shape;475;p95"/>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76" name="Google Shape;476;p95"/>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0" sz="900">
                <a:solidFill>
                  <a:schemeClr val="accent4"/>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2_1_1">
    <p:bg>
      <p:bgPr>
        <a:noFill/>
      </p:bgPr>
    </p:bg>
    <p:spTree>
      <p:nvGrpSpPr>
        <p:cNvPr id="477" name="Shape 477"/>
        <p:cNvGrpSpPr/>
        <p:nvPr/>
      </p:nvGrpSpPr>
      <p:grpSpPr>
        <a:xfrm>
          <a:off x="0" y="0"/>
          <a:ext cx="0" cy="0"/>
          <a:chOff x="0" y="0"/>
          <a:chExt cx="0" cy="0"/>
        </a:xfrm>
      </p:grpSpPr>
      <p:sp>
        <p:nvSpPr>
          <p:cNvPr id="478" name="Google Shape;478;p96"/>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6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79" name="Google Shape;479;p96"/>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80" name="Google Shape;480;p96"/>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0" sz="900">
                <a:solidFill>
                  <a:schemeClr val="accent4"/>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81" name="Google Shape;481;p96"/>
          <p:cNvSpPr/>
          <p:nvPr/>
        </p:nvSpPr>
        <p:spPr>
          <a:xfrm>
            <a:off x="2689600" y="1257175"/>
            <a:ext cx="6080400" cy="3632400"/>
          </a:xfrm>
          <a:prstGeom prst="rect">
            <a:avLst/>
          </a:prstGeom>
          <a:no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_5_1">
    <p:bg>
      <p:bgPr>
        <a:noFill/>
      </p:bgPr>
    </p:bg>
    <p:spTree>
      <p:nvGrpSpPr>
        <p:cNvPr id="482" name="Shape 482"/>
        <p:cNvGrpSpPr/>
        <p:nvPr/>
      </p:nvGrpSpPr>
      <p:grpSpPr>
        <a:xfrm>
          <a:off x="0" y="0"/>
          <a:ext cx="0" cy="0"/>
          <a:chOff x="0" y="0"/>
          <a:chExt cx="0" cy="0"/>
        </a:xfrm>
      </p:grpSpPr>
      <p:sp>
        <p:nvSpPr>
          <p:cNvPr id="483" name="Google Shape;483;p97"/>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lnSpc>
                <a:spcPct val="115000"/>
              </a:lnSpc>
              <a:spcBef>
                <a:spcPts val="200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1">
  <p:cSld name="CUSTOM_5_1_1">
    <p:bg>
      <p:bgPr>
        <a:noFill/>
      </p:bgPr>
    </p:bg>
    <p:spTree>
      <p:nvGrpSpPr>
        <p:cNvPr id="484" name="Shape 484"/>
        <p:cNvGrpSpPr/>
        <p:nvPr/>
      </p:nvGrpSpPr>
      <p:grpSpPr>
        <a:xfrm>
          <a:off x="0" y="0"/>
          <a:ext cx="0" cy="0"/>
          <a:chOff x="0" y="0"/>
          <a:chExt cx="0" cy="0"/>
        </a:xfrm>
      </p:grpSpPr>
      <p:sp>
        <p:nvSpPr>
          <p:cNvPr id="485" name="Google Shape;485;p98"/>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lnSpc>
                <a:spcPct val="115000"/>
              </a:lnSpc>
              <a:spcBef>
                <a:spcPts val="200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86" name="Google Shape;486;p98"/>
          <p:cNvSpPr txBox="1"/>
          <p:nvPr>
            <p:ph idx="1" type="body"/>
          </p:nvPr>
        </p:nvSpPr>
        <p:spPr>
          <a:xfrm>
            <a:off x="607200" y="1112200"/>
            <a:ext cx="7929600" cy="1147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2">
  <p:cSld name="CUSTOM_5_1_1_1">
    <p:bg>
      <p:bgPr>
        <a:noFill/>
      </p:bgPr>
    </p:bg>
    <p:spTree>
      <p:nvGrpSpPr>
        <p:cNvPr id="487" name="Shape 487"/>
        <p:cNvGrpSpPr/>
        <p:nvPr/>
      </p:nvGrpSpPr>
      <p:grpSpPr>
        <a:xfrm>
          <a:off x="0" y="0"/>
          <a:ext cx="0" cy="0"/>
          <a:chOff x="0" y="0"/>
          <a:chExt cx="0" cy="0"/>
        </a:xfrm>
      </p:grpSpPr>
      <p:sp>
        <p:nvSpPr>
          <p:cNvPr id="488" name="Google Shape;488;p99"/>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89" name="Google Shape;489;p99"/>
          <p:cNvSpPr txBox="1"/>
          <p:nvPr>
            <p:ph idx="1" type="body"/>
          </p:nvPr>
        </p:nvSpPr>
        <p:spPr>
          <a:xfrm>
            <a:off x="607200" y="1112200"/>
            <a:ext cx="7929600" cy="1147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3">
  <p:cSld name="CUSTOM_5_1_1_1_1">
    <p:bg>
      <p:bgPr>
        <a:noFill/>
      </p:bgPr>
    </p:bg>
    <p:spTree>
      <p:nvGrpSpPr>
        <p:cNvPr id="490" name="Shape 490"/>
        <p:cNvGrpSpPr/>
        <p:nvPr/>
      </p:nvGrpSpPr>
      <p:grpSpPr>
        <a:xfrm>
          <a:off x="0" y="0"/>
          <a:ext cx="0" cy="0"/>
          <a:chOff x="0" y="0"/>
          <a:chExt cx="0" cy="0"/>
        </a:xfrm>
      </p:grpSpPr>
      <p:sp>
        <p:nvSpPr>
          <p:cNvPr id="491" name="Google Shape;491;p100"/>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92" name="Google Shape;492;p100"/>
          <p:cNvSpPr txBox="1"/>
          <p:nvPr>
            <p:ph idx="1" type="body"/>
          </p:nvPr>
        </p:nvSpPr>
        <p:spPr>
          <a:xfrm>
            <a:off x="4595925" y="2001050"/>
            <a:ext cx="3057300" cy="1431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sz="1400"/>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4">
  <p:cSld name="CUSTOM_5_1_1_1_1_1">
    <p:bg>
      <p:bgPr>
        <a:noFill/>
      </p:bgPr>
    </p:bg>
    <p:spTree>
      <p:nvGrpSpPr>
        <p:cNvPr id="493" name="Shape 493"/>
        <p:cNvGrpSpPr/>
        <p:nvPr/>
      </p:nvGrpSpPr>
      <p:grpSpPr>
        <a:xfrm>
          <a:off x="0" y="0"/>
          <a:ext cx="0" cy="0"/>
          <a:chOff x="0" y="0"/>
          <a:chExt cx="0" cy="0"/>
        </a:xfrm>
      </p:grpSpPr>
      <p:sp>
        <p:nvSpPr>
          <p:cNvPr id="494" name="Google Shape;494;p101"/>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95" name="Google Shape;495;p101"/>
          <p:cNvSpPr txBox="1"/>
          <p:nvPr>
            <p:ph idx="1" type="body"/>
          </p:nvPr>
        </p:nvSpPr>
        <p:spPr>
          <a:xfrm>
            <a:off x="607200" y="1112200"/>
            <a:ext cx="7929600" cy="786000"/>
          </a:xfrm>
          <a:prstGeom prst="rect">
            <a:avLst/>
          </a:prstGeom>
        </p:spPr>
        <p:txBody>
          <a:bodyPr anchorCtr="0" anchor="t" bIns="91425" lIns="91425" spcFirstLastPara="1" rIns="91425" wrap="square" tIns="91425">
            <a:noAutofit/>
          </a:bodyPr>
          <a:lstStyle>
            <a:lvl1pPr indent="-317500" lvl="0" marL="457200">
              <a:lnSpc>
                <a:spcPct val="125000"/>
              </a:lnSpc>
              <a:spcBef>
                <a:spcPts val="0"/>
              </a:spcBef>
              <a:spcAft>
                <a:spcPts val="0"/>
              </a:spcAft>
              <a:buSzPts val="1400"/>
              <a:buChar char="●"/>
              <a:defRPr sz="1100"/>
            </a:lvl1pPr>
            <a:lvl2pPr indent="-304800" lvl="1" marL="914400">
              <a:lnSpc>
                <a:spcPct val="125000"/>
              </a:lnSpc>
              <a:spcBef>
                <a:spcPts val="0"/>
              </a:spcBef>
              <a:spcAft>
                <a:spcPts val="0"/>
              </a:spcAft>
              <a:buSzPts val="1200"/>
              <a:buChar char="○"/>
              <a:defRPr sz="1100"/>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5">
  <p:cSld name="CUSTOM_5_1_1_1_1_1_1">
    <p:bg>
      <p:bgPr>
        <a:noFill/>
      </p:bgPr>
    </p:bg>
    <p:spTree>
      <p:nvGrpSpPr>
        <p:cNvPr id="496" name="Shape 496"/>
        <p:cNvGrpSpPr/>
        <p:nvPr/>
      </p:nvGrpSpPr>
      <p:grpSpPr>
        <a:xfrm>
          <a:off x="0" y="0"/>
          <a:ext cx="0" cy="0"/>
          <a:chOff x="0" y="0"/>
          <a:chExt cx="0" cy="0"/>
        </a:xfrm>
      </p:grpSpPr>
      <p:sp>
        <p:nvSpPr>
          <p:cNvPr id="497" name="Google Shape;497;p102"/>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498" name="Google Shape;498;p102"/>
          <p:cNvSpPr txBox="1"/>
          <p:nvPr>
            <p:ph idx="1" type="body"/>
          </p:nvPr>
        </p:nvSpPr>
        <p:spPr>
          <a:xfrm>
            <a:off x="607200" y="1112200"/>
            <a:ext cx="7929600" cy="1278300"/>
          </a:xfrm>
          <a:prstGeom prst="rect">
            <a:avLst/>
          </a:prstGeom>
        </p:spPr>
        <p:txBody>
          <a:bodyPr anchorCtr="0" anchor="t" bIns="91425" lIns="91425" spcFirstLastPara="1" rIns="91425" wrap="square" tIns="91425">
            <a:noAutofit/>
          </a:bodyPr>
          <a:lstStyle>
            <a:lvl1pPr indent="-317500" lvl="0" marL="457200">
              <a:lnSpc>
                <a:spcPct val="125000"/>
              </a:lnSpc>
              <a:spcBef>
                <a:spcPts val="0"/>
              </a:spcBef>
              <a:spcAft>
                <a:spcPts val="0"/>
              </a:spcAft>
              <a:buSzPts val="1400"/>
              <a:buChar char="●"/>
              <a:defRPr sz="1100"/>
            </a:lvl1pPr>
            <a:lvl2pPr indent="-304800" lvl="1" marL="914400">
              <a:lnSpc>
                <a:spcPct val="125000"/>
              </a:lnSpc>
              <a:spcBef>
                <a:spcPts val="0"/>
              </a:spcBef>
              <a:spcAft>
                <a:spcPts val="0"/>
              </a:spcAft>
              <a:buSzPts val="1200"/>
              <a:buChar char="○"/>
              <a:defRPr sz="1100"/>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6">
  <p:cSld name="CUSTOM_5_1_1_1_1_1_1_1">
    <p:bg>
      <p:bgPr>
        <a:noFill/>
      </p:bgPr>
    </p:bg>
    <p:spTree>
      <p:nvGrpSpPr>
        <p:cNvPr id="499" name="Shape 499"/>
        <p:cNvGrpSpPr/>
        <p:nvPr/>
      </p:nvGrpSpPr>
      <p:grpSpPr>
        <a:xfrm>
          <a:off x="0" y="0"/>
          <a:ext cx="0" cy="0"/>
          <a:chOff x="0" y="0"/>
          <a:chExt cx="0" cy="0"/>
        </a:xfrm>
      </p:grpSpPr>
      <p:sp>
        <p:nvSpPr>
          <p:cNvPr id="500" name="Google Shape;500;p103"/>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2000"/>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01" name="Google Shape;501;p103"/>
          <p:cNvSpPr txBox="1"/>
          <p:nvPr>
            <p:ph idx="1" type="body"/>
          </p:nvPr>
        </p:nvSpPr>
        <p:spPr>
          <a:xfrm>
            <a:off x="607200" y="1112200"/>
            <a:ext cx="7929600" cy="555000"/>
          </a:xfrm>
          <a:prstGeom prst="rect">
            <a:avLst/>
          </a:prstGeom>
        </p:spPr>
        <p:txBody>
          <a:bodyPr anchorCtr="0" anchor="t" bIns="91425" lIns="91425" spcFirstLastPara="1" rIns="91425" wrap="square" tIns="91425">
            <a:noAutofit/>
          </a:bodyPr>
          <a:lstStyle>
            <a:lvl1pPr indent="-317500" lvl="0" marL="457200">
              <a:lnSpc>
                <a:spcPct val="125000"/>
              </a:lnSpc>
              <a:spcBef>
                <a:spcPts val="0"/>
              </a:spcBef>
              <a:spcAft>
                <a:spcPts val="0"/>
              </a:spcAft>
              <a:buSzPts val="1400"/>
              <a:buChar char="●"/>
              <a:defRPr sz="1100"/>
            </a:lvl1pPr>
            <a:lvl2pPr indent="-304800" lvl="1" marL="914400">
              <a:spcBef>
                <a:spcPts val="0"/>
              </a:spcBef>
              <a:spcAft>
                <a:spcPts val="0"/>
              </a:spcAft>
              <a:buSzPts val="1200"/>
              <a:buChar char="○"/>
              <a:defRPr sz="1400"/>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6">
    <p:bg>
      <p:bgPr>
        <a:solidFill>
          <a:schemeClr val="dk1"/>
        </a:solidFill>
      </p:bgPr>
    </p:bg>
    <p:spTree>
      <p:nvGrpSpPr>
        <p:cNvPr id="502" name="Shape 502"/>
        <p:cNvGrpSpPr/>
        <p:nvPr/>
      </p:nvGrpSpPr>
      <p:grpSpPr>
        <a:xfrm>
          <a:off x="0" y="0"/>
          <a:ext cx="0" cy="0"/>
          <a:chOff x="0" y="0"/>
          <a:chExt cx="0" cy="0"/>
        </a:xfrm>
      </p:grpSpPr>
      <p:sp>
        <p:nvSpPr>
          <p:cNvPr id="503" name="Google Shape;503;p10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
    <p:bg>
      <p:bgPr>
        <a:solidFill>
          <a:schemeClr val="lt2"/>
        </a:solidFill>
      </p:bgPr>
    </p:bg>
    <p:spTree>
      <p:nvGrpSpPr>
        <p:cNvPr id="504" name="Shape 504"/>
        <p:cNvGrpSpPr/>
        <p:nvPr/>
      </p:nvGrpSpPr>
      <p:grpSpPr>
        <a:xfrm>
          <a:off x="0" y="0"/>
          <a:ext cx="0" cy="0"/>
          <a:chOff x="0" y="0"/>
          <a:chExt cx="0" cy="0"/>
        </a:xfrm>
      </p:grpSpPr>
      <p:sp>
        <p:nvSpPr>
          <p:cNvPr id="505" name="Google Shape;505;p10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AutoNum type="arabicPeriod"/>
              <a:defRPr b="1" sz="1800">
                <a:solidFill>
                  <a:schemeClr val="lt1"/>
                </a:solidFill>
              </a:defRPr>
            </a:lvl1pPr>
            <a:lvl2pPr lvl="1">
              <a:spcBef>
                <a:spcPts val="0"/>
              </a:spcBef>
              <a:spcAft>
                <a:spcPts val="0"/>
              </a:spcAft>
              <a:buSzPts val="2800"/>
              <a:buAutoNum type="alphaLcPeriod"/>
              <a:defRPr/>
            </a:lvl2pPr>
            <a:lvl3pPr lvl="2">
              <a:spcBef>
                <a:spcPts val="0"/>
              </a:spcBef>
              <a:spcAft>
                <a:spcPts val="0"/>
              </a:spcAft>
              <a:buSzPts val="2800"/>
              <a:buAutoNum type="romanLcPeriod"/>
              <a:defRPr/>
            </a:lvl3pPr>
            <a:lvl4pPr lvl="3">
              <a:spcBef>
                <a:spcPts val="0"/>
              </a:spcBef>
              <a:spcAft>
                <a:spcPts val="0"/>
              </a:spcAft>
              <a:buSzPts val="2800"/>
              <a:buAutoNum type="arabicPeriod"/>
              <a:defRPr/>
            </a:lvl4pPr>
            <a:lvl5pPr lvl="4">
              <a:spcBef>
                <a:spcPts val="0"/>
              </a:spcBef>
              <a:spcAft>
                <a:spcPts val="0"/>
              </a:spcAft>
              <a:buSzPts val="2800"/>
              <a:buAutoNum type="alphaLcPeriod"/>
              <a:defRPr/>
            </a:lvl5pPr>
            <a:lvl6pPr lvl="5">
              <a:spcBef>
                <a:spcPts val="0"/>
              </a:spcBef>
              <a:spcAft>
                <a:spcPts val="0"/>
              </a:spcAft>
              <a:buSzPts val="2800"/>
              <a:buAutoNum type="romanLcPeriod"/>
              <a:defRPr/>
            </a:lvl6pPr>
            <a:lvl7pPr lvl="6">
              <a:spcBef>
                <a:spcPts val="0"/>
              </a:spcBef>
              <a:spcAft>
                <a:spcPts val="0"/>
              </a:spcAft>
              <a:buSzPts val="2800"/>
              <a:buAutoNum type="arabicPeriod"/>
              <a:defRPr/>
            </a:lvl7pPr>
            <a:lvl8pPr lvl="7">
              <a:spcBef>
                <a:spcPts val="0"/>
              </a:spcBef>
              <a:spcAft>
                <a:spcPts val="0"/>
              </a:spcAft>
              <a:buSzPts val="2800"/>
              <a:buAutoNum type="alphaLcPeriod"/>
              <a:defRPr/>
            </a:lvl8pPr>
            <a:lvl9pPr lvl="8">
              <a:spcBef>
                <a:spcPts val="0"/>
              </a:spcBef>
              <a:spcAft>
                <a:spcPts val="0"/>
              </a:spcAft>
              <a:buSzPts val="2800"/>
              <a:buAutoNum type="romanLcPeriod"/>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506" name="Shape 506"/>
        <p:cNvGrpSpPr/>
        <p:nvPr/>
      </p:nvGrpSpPr>
      <p:grpSpPr>
        <a:xfrm>
          <a:off x="0" y="0"/>
          <a:ext cx="0" cy="0"/>
          <a:chOff x="0" y="0"/>
          <a:chExt cx="0" cy="0"/>
        </a:xfrm>
      </p:grpSpPr>
      <p:sp>
        <p:nvSpPr>
          <p:cNvPr id="507" name="Google Shape;507;p106"/>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8" name="Google Shape;508;p106"/>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9" name="Google Shape;509;p106"/>
          <p:cNvSpPr txBox="1"/>
          <p:nvPr>
            <p:ph idx="2" type="body"/>
          </p:nvPr>
        </p:nvSpPr>
        <p:spPr>
          <a:xfrm>
            <a:off x="607200" y="2640251"/>
            <a:ext cx="3290700" cy="141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0" name="Google Shape;510;p106"/>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1" name="Google Shape;511;p106"/>
          <p:cNvSpPr txBox="1"/>
          <p:nvPr>
            <p:ph idx="4" type="body"/>
          </p:nvPr>
        </p:nvSpPr>
        <p:spPr>
          <a:xfrm>
            <a:off x="4589628" y="2640251"/>
            <a:ext cx="3290700" cy="141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accent1"/>
              </a:buClr>
              <a:buSzPts val="14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2" name="Google Shape;512;p106"/>
          <p:cNvSpPr txBox="1"/>
          <p:nvPr>
            <p:ph idx="5" type="subTitle"/>
          </p:nvPr>
        </p:nvSpPr>
        <p:spPr>
          <a:xfrm>
            <a:off x="638800" y="4305050"/>
            <a:ext cx="3259200" cy="309300"/>
          </a:xfrm>
          <a:prstGeom prst="rect">
            <a:avLst/>
          </a:prstGeom>
          <a:solidFill>
            <a:schemeClr val="accent6"/>
          </a:solidFill>
        </p:spPr>
        <p:txBody>
          <a:bodyPr anchorCtr="0" anchor="ctr" bIns="91425" lIns="91425" spcFirstLastPara="1" rIns="91425" wrap="square" tIns="91425">
            <a:noAutofit/>
          </a:bodyPr>
          <a:lstStyle>
            <a:lvl1pPr lvl="0">
              <a:spcBef>
                <a:spcPts val="0"/>
              </a:spcBef>
              <a:spcAft>
                <a:spcPts val="0"/>
              </a:spcAft>
              <a:buSzPts val="14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513" name="Shape 513"/>
        <p:cNvGrpSpPr/>
        <p:nvPr/>
      </p:nvGrpSpPr>
      <p:grpSpPr>
        <a:xfrm>
          <a:off x="0" y="0"/>
          <a:ext cx="0" cy="0"/>
          <a:chOff x="0" y="0"/>
          <a:chExt cx="0" cy="0"/>
        </a:xfrm>
      </p:grpSpPr>
      <p:sp>
        <p:nvSpPr>
          <p:cNvPr id="514" name="Google Shape;514;p107"/>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lt1"/>
              </a:buClr>
              <a:buSzPts val="4800"/>
              <a:buNone/>
              <a:defRPr sz="31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15" name="Google Shape;515;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_1">
    <p:bg>
      <p:bgPr>
        <a:solidFill>
          <a:schemeClr val="dk1"/>
        </a:solidFill>
      </p:bgPr>
    </p:bg>
    <p:spTree>
      <p:nvGrpSpPr>
        <p:cNvPr id="516" name="Shape 516"/>
        <p:cNvGrpSpPr/>
        <p:nvPr/>
      </p:nvGrpSpPr>
      <p:grpSpPr>
        <a:xfrm>
          <a:off x="0" y="0"/>
          <a:ext cx="0" cy="0"/>
          <a:chOff x="0" y="0"/>
          <a:chExt cx="0" cy="0"/>
        </a:xfrm>
      </p:grpSpPr>
      <p:sp>
        <p:nvSpPr>
          <p:cNvPr id="517" name="Google Shape;517;p108"/>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lt1"/>
              </a:buClr>
              <a:buSzPts val="4800"/>
              <a:buNone/>
              <a:defRPr sz="31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18" name="Google Shape;518;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CAPTION_ONLY">
    <p:bg>
      <p:bgPr>
        <a:solidFill>
          <a:schemeClr val="dk1"/>
        </a:solidFill>
      </p:bgPr>
    </p:bg>
    <p:spTree>
      <p:nvGrpSpPr>
        <p:cNvPr id="519" name="Shape 519"/>
        <p:cNvGrpSpPr/>
        <p:nvPr/>
      </p:nvGrpSpPr>
      <p:grpSpPr>
        <a:xfrm>
          <a:off x="0" y="0"/>
          <a:ext cx="0" cy="0"/>
          <a:chOff x="0" y="0"/>
          <a:chExt cx="0" cy="0"/>
        </a:xfrm>
      </p:grpSpPr>
      <p:sp>
        <p:nvSpPr>
          <p:cNvPr id="520" name="Google Shape;520;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1" name="Google Shape;521;p109"/>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lt1"/>
              </a:buClr>
              <a:buSzPts val="4800"/>
              <a:buNone/>
              <a:defRPr sz="31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
    <p:bg>
      <p:bgPr>
        <a:solidFill>
          <a:schemeClr val="dk1"/>
        </a:solidFill>
      </p:bgPr>
    </p:bg>
    <p:spTree>
      <p:nvGrpSpPr>
        <p:cNvPr id="522" name="Shape 522"/>
        <p:cNvGrpSpPr/>
        <p:nvPr/>
      </p:nvGrpSpPr>
      <p:grpSpPr>
        <a:xfrm>
          <a:off x="0" y="0"/>
          <a:ext cx="0" cy="0"/>
          <a:chOff x="0" y="0"/>
          <a:chExt cx="0" cy="0"/>
        </a:xfrm>
      </p:grpSpPr>
      <p:sp>
        <p:nvSpPr>
          <p:cNvPr id="523" name="Google Shape;523;p110"/>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0" sz="1000">
                <a:solidFill>
                  <a:schemeClr val="lt1"/>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24" name="Google Shape;524;p110"/>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1">
                <a:solidFill>
                  <a:schemeClr val="lt1"/>
                </a:solidFill>
                <a:latin typeface="Poppins"/>
                <a:ea typeface="Poppins"/>
                <a:cs typeface="Poppins"/>
                <a:sym typeface="Poppins"/>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25" name="Google Shape;525;p110"/>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100">
                <a:solidFill>
                  <a:schemeClr val="lt1"/>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26" name="Google Shape;526;p110"/>
          <p:cNvSpPr/>
          <p:nvPr/>
        </p:nvSpPr>
        <p:spPr>
          <a:xfrm flipH="1">
            <a:off x="4572000" y="155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4_2">
    <p:bg>
      <p:bgPr>
        <a:solidFill>
          <a:schemeClr val="dk1"/>
        </a:solidFill>
      </p:bgPr>
    </p:bg>
    <p:spTree>
      <p:nvGrpSpPr>
        <p:cNvPr id="527" name="Shape 527"/>
        <p:cNvGrpSpPr/>
        <p:nvPr/>
      </p:nvGrpSpPr>
      <p:grpSpPr>
        <a:xfrm>
          <a:off x="0" y="0"/>
          <a:ext cx="0" cy="0"/>
          <a:chOff x="0" y="0"/>
          <a:chExt cx="0" cy="0"/>
        </a:xfrm>
      </p:grpSpPr>
      <p:sp>
        <p:nvSpPr>
          <p:cNvPr id="528" name="Google Shape;528;p111"/>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0" sz="1000">
                <a:solidFill>
                  <a:schemeClr val="lt1"/>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29" name="Google Shape;529;p111"/>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1">
                <a:solidFill>
                  <a:schemeClr val="lt1"/>
                </a:solidFill>
                <a:latin typeface="Poppins"/>
                <a:ea typeface="Poppins"/>
                <a:cs typeface="Poppins"/>
                <a:sym typeface="Poppins"/>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30" name="Google Shape;530;p111"/>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100">
                <a:solidFill>
                  <a:schemeClr val="lt1"/>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31" name="Google Shape;531;p111"/>
          <p:cNvSpPr/>
          <p:nvPr/>
        </p:nvSpPr>
        <p:spPr>
          <a:xfrm rot="10800000">
            <a:off x="457200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4">
  <p:cSld name="CUSTOM_4_2_2">
    <p:bg>
      <p:bgPr>
        <a:solidFill>
          <a:schemeClr val="dk1"/>
        </a:solidFill>
      </p:bgPr>
    </p:bg>
    <p:spTree>
      <p:nvGrpSpPr>
        <p:cNvPr id="532" name="Shape 532"/>
        <p:cNvGrpSpPr/>
        <p:nvPr/>
      </p:nvGrpSpPr>
      <p:grpSpPr>
        <a:xfrm>
          <a:off x="0" y="0"/>
          <a:ext cx="0" cy="0"/>
          <a:chOff x="0" y="0"/>
          <a:chExt cx="0" cy="0"/>
        </a:xfrm>
      </p:grpSpPr>
      <p:sp>
        <p:nvSpPr>
          <p:cNvPr id="533" name="Google Shape;533;p112"/>
          <p:cNvSpPr txBox="1"/>
          <p:nvPr>
            <p:ph type="title"/>
          </p:nvPr>
        </p:nvSpPr>
        <p:spPr>
          <a:xfrm>
            <a:off x="607200" y="1026550"/>
            <a:ext cx="3936000" cy="7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b="1" sz="18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34" name="Google Shape;534;p112"/>
          <p:cNvSpPr txBox="1"/>
          <p:nvPr>
            <p:ph idx="1" type="body"/>
          </p:nvPr>
        </p:nvSpPr>
        <p:spPr>
          <a:xfrm>
            <a:off x="607200" y="1781025"/>
            <a:ext cx="39360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35" name="Google Shape;535;p112"/>
          <p:cNvSpPr txBox="1"/>
          <p:nvPr>
            <p:ph idx="2" type="body"/>
          </p:nvPr>
        </p:nvSpPr>
        <p:spPr>
          <a:xfrm>
            <a:off x="607200" y="2640250"/>
            <a:ext cx="3936000" cy="1282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36" name="Google Shape;536;p112"/>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5">
  <p:cSld name="CUSTOM_4_2_2_1">
    <p:bg>
      <p:bgPr>
        <a:solidFill>
          <a:schemeClr val="dk1"/>
        </a:solidFill>
      </p:bgPr>
    </p:bg>
    <p:spTree>
      <p:nvGrpSpPr>
        <p:cNvPr id="537" name="Shape 537"/>
        <p:cNvGrpSpPr/>
        <p:nvPr/>
      </p:nvGrpSpPr>
      <p:grpSpPr>
        <a:xfrm>
          <a:off x="0" y="0"/>
          <a:ext cx="0" cy="0"/>
          <a:chOff x="0" y="0"/>
          <a:chExt cx="0" cy="0"/>
        </a:xfrm>
      </p:grpSpPr>
      <p:sp>
        <p:nvSpPr>
          <p:cNvPr id="538" name="Google Shape;538;p113"/>
          <p:cNvSpPr txBox="1"/>
          <p:nvPr>
            <p:ph type="title"/>
          </p:nvPr>
        </p:nvSpPr>
        <p:spPr>
          <a:xfrm>
            <a:off x="607200" y="1026550"/>
            <a:ext cx="3279000" cy="7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b="1" sz="18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39" name="Google Shape;539;p113"/>
          <p:cNvSpPr txBox="1"/>
          <p:nvPr>
            <p:ph idx="1" type="body"/>
          </p:nvPr>
        </p:nvSpPr>
        <p:spPr>
          <a:xfrm>
            <a:off x="607200" y="1781025"/>
            <a:ext cx="32790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40" name="Google Shape;540;p113"/>
          <p:cNvSpPr txBox="1"/>
          <p:nvPr>
            <p:ph idx="2" type="body"/>
          </p:nvPr>
        </p:nvSpPr>
        <p:spPr>
          <a:xfrm>
            <a:off x="607200" y="2640250"/>
            <a:ext cx="3279000" cy="1282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41" name="Google Shape;541;p113"/>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6">
  <p:cSld name="CUSTOM_4_2_2_1_2">
    <p:bg>
      <p:bgPr>
        <a:solidFill>
          <a:schemeClr val="dk1"/>
        </a:solidFill>
      </p:bgPr>
    </p:bg>
    <p:spTree>
      <p:nvGrpSpPr>
        <p:cNvPr id="542" name="Shape 542"/>
        <p:cNvGrpSpPr/>
        <p:nvPr/>
      </p:nvGrpSpPr>
      <p:grpSpPr>
        <a:xfrm>
          <a:off x="0" y="0"/>
          <a:ext cx="0" cy="0"/>
          <a:chOff x="0" y="0"/>
          <a:chExt cx="0" cy="0"/>
        </a:xfrm>
      </p:grpSpPr>
      <p:sp>
        <p:nvSpPr>
          <p:cNvPr id="543" name="Google Shape;543;p114"/>
          <p:cNvSpPr txBox="1"/>
          <p:nvPr>
            <p:ph type="title"/>
          </p:nvPr>
        </p:nvSpPr>
        <p:spPr>
          <a:xfrm flipH="1">
            <a:off x="5273700" y="1026550"/>
            <a:ext cx="3260700" cy="7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b="1" sz="18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44" name="Google Shape;544;p114"/>
          <p:cNvSpPr txBox="1"/>
          <p:nvPr>
            <p:ph idx="1" type="body"/>
          </p:nvPr>
        </p:nvSpPr>
        <p:spPr>
          <a:xfrm flipH="1">
            <a:off x="5273700" y="1781025"/>
            <a:ext cx="32607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45" name="Google Shape;545;p114"/>
          <p:cNvSpPr txBox="1"/>
          <p:nvPr>
            <p:ph idx="2" type="body"/>
          </p:nvPr>
        </p:nvSpPr>
        <p:spPr>
          <a:xfrm flipH="1">
            <a:off x="5273700" y="2640250"/>
            <a:ext cx="3260700" cy="1282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solidFill>
                  <a:schemeClr val="lt1"/>
                </a:solidFill>
              </a:defRPr>
            </a:lvl1pPr>
            <a:lvl2pPr indent="-304800" lvl="1" marL="914400">
              <a:spcBef>
                <a:spcPts val="0"/>
              </a:spcBef>
              <a:spcAft>
                <a:spcPts val="0"/>
              </a:spcAft>
              <a:buClr>
                <a:schemeClr val="lt1"/>
              </a:buClr>
              <a:buSzPts val="1200"/>
              <a:buChar char="○"/>
              <a:defRPr>
                <a:solidFill>
                  <a:schemeClr val="lt1"/>
                </a:solidFill>
              </a:defRPr>
            </a:lvl2pPr>
            <a:lvl3pPr indent="-304800" lvl="2" marL="1371600">
              <a:spcBef>
                <a:spcPts val="0"/>
              </a:spcBef>
              <a:spcAft>
                <a:spcPts val="0"/>
              </a:spcAft>
              <a:buClr>
                <a:schemeClr val="lt1"/>
              </a:buClr>
              <a:buSzPts val="12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304800" lvl="4" marL="2286000">
              <a:spcBef>
                <a:spcPts val="0"/>
              </a:spcBef>
              <a:spcAft>
                <a:spcPts val="0"/>
              </a:spcAft>
              <a:buClr>
                <a:schemeClr val="lt1"/>
              </a:buClr>
              <a:buSzPts val="1200"/>
              <a:buChar char="○"/>
              <a:defRPr>
                <a:solidFill>
                  <a:schemeClr val="lt1"/>
                </a:solidFill>
              </a:defRPr>
            </a:lvl5pPr>
            <a:lvl6pPr indent="-304800" lvl="5" marL="2743200">
              <a:spcBef>
                <a:spcPts val="0"/>
              </a:spcBef>
              <a:spcAft>
                <a:spcPts val="0"/>
              </a:spcAft>
              <a:buClr>
                <a:schemeClr val="lt1"/>
              </a:buClr>
              <a:buSzPts val="1200"/>
              <a:buChar char="■"/>
              <a:defRPr>
                <a:solidFill>
                  <a:schemeClr val="lt1"/>
                </a:solidFill>
              </a:defRPr>
            </a:lvl6pPr>
            <a:lvl7pPr indent="-304800" lvl="6" marL="3200400">
              <a:spcBef>
                <a:spcPts val="0"/>
              </a:spcBef>
              <a:spcAft>
                <a:spcPts val="0"/>
              </a:spcAft>
              <a:buClr>
                <a:schemeClr val="lt1"/>
              </a:buClr>
              <a:buSzPts val="1200"/>
              <a:buChar char="●"/>
              <a:defRPr>
                <a:solidFill>
                  <a:schemeClr val="lt1"/>
                </a:solidFill>
              </a:defRPr>
            </a:lvl7pPr>
            <a:lvl8pPr indent="-304800" lvl="7" marL="3657600">
              <a:spcBef>
                <a:spcPts val="0"/>
              </a:spcBef>
              <a:spcAft>
                <a:spcPts val="0"/>
              </a:spcAft>
              <a:buClr>
                <a:schemeClr val="lt1"/>
              </a:buClr>
              <a:buSzPts val="1200"/>
              <a:buChar char="○"/>
              <a:defRPr>
                <a:solidFill>
                  <a:schemeClr val="lt1"/>
                </a:solidFill>
              </a:defRPr>
            </a:lvl8pPr>
            <a:lvl9pPr indent="-304800" lvl="8" marL="4114800">
              <a:spcBef>
                <a:spcPts val="0"/>
              </a:spcBef>
              <a:spcAft>
                <a:spcPts val="0"/>
              </a:spcAft>
              <a:buClr>
                <a:schemeClr val="lt1"/>
              </a:buClr>
              <a:buSzPts val="1200"/>
              <a:buChar char="■"/>
              <a:defRPr>
                <a:solidFill>
                  <a:schemeClr val="lt1"/>
                </a:solidFill>
              </a:defRPr>
            </a:lvl9pPr>
          </a:lstStyle>
          <a:p/>
        </p:txBody>
      </p:sp>
      <p:sp>
        <p:nvSpPr>
          <p:cNvPr id="546" name="Google Shape;546;p114"/>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7">
  <p:cSld name="CUSTOM_4_2_2_1_1">
    <p:bg>
      <p:bgPr>
        <a:solidFill>
          <a:schemeClr val="lt1"/>
        </a:solidFill>
      </p:bgPr>
    </p:bg>
    <p:spTree>
      <p:nvGrpSpPr>
        <p:cNvPr id="547" name="Shape 547"/>
        <p:cNvGrpSpPr/>
        <p:nvPr/>
      </p:nvGrpSpPr>
      <p:grpSpPr>
        <a:xfrm>
          <a:off x="0" y="0"/>
          <a:ext cx="0" cy="0"/>
          <a:chOff x="0" y="0"/>
          <a:chExt cx="0" cy="0"/>
        </a:xfrm>
      </p:grpSpPr>
      <p:sp>
        <p:nvSpPr>
          <p:cNvPr id="548" name="Google Shape;548;p115"/>
          <p:cNvSpPr txBox="1"/>
          <p:nvPr>
            <p:ph type="title"/>
          </p:nvPr>
        </p:nvSpPr>
        <p:spPr>
          <a:xfrm>
            <a:off x="607200" y="1026550"/>
            <a:ext cx="3276600" cy="7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800"/>
              <a:buNone/>
              <a:defRPr b="1" sz="1800"/>
            </a:lvl1pPr>
            <a:lvl2pPr lvl="1">
              <a:spcBef>
                <a:spcPts val="0"/>
              </a:spcBef>
              <a:spcAft>
                <a:spcPts val="0"/>
              </a:spcAft>
              <a:buClr>
                <a:schemeClr val="lt2"/>
              </a:buClr>
              <a:buSzPts val="2800"/>
              <a:buNone/>
              <a:defRPr>
                <a:solidFill>
                  <a:schemeClr val="lt2"/>
                </a:solidFill>
              </a:defRPr>
            </a:lvl2pPr>
            <a:lvl3pPr lvl="2">
              <a:spcBef>
                <a:spcPts val="0"/>
              </a:spcBef>
              <a:spcAft>
                <a:spcPts val="0"/>
              </a:spcAft>
              <a:buClr>
                <a:schemeClr val="lt2"/>
              </a:buClr>
              <a:buSzPts val="2800"/>
              <a:buNone/>
              <a:defRPr>
                <a:solidFill>
                  <a:schemeClr val="lt2"/>
                </a:solidFill>
              </a:defRPr>
            </a:lvl3pPr>
            <a:lvl4pPr lvl="3">
              <a:spcBef>
                <a:spcPts val="0"/>
              </a:spcBef>
              <a:spcAft>
                <a:spcPts val="0"/>
              </a:spcAft>
              <a:buClr>
                <a:schemeClr val="lt2"/>
              </a:buClr>
              <a:buSzPts val="2800"/>
              <a:buNone/>
              <a:defRPr>
                <a:solidFill>
                  <a:schemeClr val="lt2"/>
                </a:solidFill>
              </a:defRPr>
            </a:lvl4pPr>
            <a:lvl5pPr lvl="4">
              <a:spcBef>
                <a:spcPts val="0"/>
              </a:spcBef>
              <a:spcAft>
                <a:spcPts val="0"/>
              </a:spcAft>
              <a:buClr>
                <a:schemeClr val="lt2"/>
              </a:buClr>
              <a:buSzPts val="2800"/>
              <a:buNone/>
              <a:defRPr>
                <a:solidFill>
                  <a:schemeClr val="lt2"/>
                </a:solidFill>
              </a:defRPr>
            </a:lvl5pPr>
            <a:lvl6pPr lvl="5">
              <a:spcBef>
                <a:spcPts val="0"/>
              </a:spcBef>
              <a:spcAft>
                <a:spcPts val="0"/>
              </a:spcAft>
              <a:buClr>
                <a:schemeClr val="lt2"/>
              </a:buClr>
              <a:buSzPts val="2800"/>
              <a:buNone/>
              <a:defRPr>
                <a:solidFill>
                  <a:schemeClr val="lt2"/>
                </a:solidFill>
              </a:defRPr>
            </a:lvl6pPr>
            <a:lvl7pPr lvl="6">
              <a:spcBef>
                <a:spcPts val="0"/>
              </a:spcBef>
              <a:spcAft>
                <a:spcPts val="0"/>
              </a:spcAft>
              <a:buClr>
                <a:schemeClr val="lt2"/>
              </a:buClr>
              <a:buSzPts val="2800"/>
              <a:buNone/>
              <a:defRPr>
                <a:solidFill>
                  <a:schemeClr val="lt2"/>
                </a:solidFill>
              </a:defRPr>
            </a:lvl7pPr>
            <a:lvl8pPr lvl="7">
              <a:spcBef>
                <a:spcPts val="0"/>
              </a:spcBef>
              <a:spcAft>
                <a:spcPts val="0"/>
              </a:spcAft>
              <a:buClr>
                <a:schemeClr val="lt2"/>
              </a:buClr>
              <a:buSzPts val="2800"/>
              <a:buNone/>
              <a:defRPr>
                <a:solidFill>
                  <a:schemeClr val="lt2"/>
                </a:solidFill>
              </a:defRPr>
            </a:lvl8pPr>
            <a:lvl9pPr lvl="8">
              <a:spcBef>
                <a:spcPts val="0"/>
              </a:spcBef>
              <a:spcAft>
                <a:spcPts val="0"/>
              </a:spcAft>
              <a:buClr>
                <a:schemeClr val="lt2"/>
              </a:buClr>
              <a:buSzPts val="2800"/>
              <a:buNone/>
              <a:defRPr>
                <a:solidFill>
                  <a:schemeClr val="lt2"/>
                </a:solidFill>
              </a:defRPr>
            </a:lvl9pPr>
          </a:lstStyle>
          <a:p/>
        </p:txBody>
      </p:sp>
      <p:sp>
        <p:nvSpPr>
          <p:cNvPr id="549" name="Google Shape;549;p115"/>
          <p:cNvSpPr txBox="1"/>
          <p:nvPr>
            <p:ph idx="1" type="body"/>
          </p:nvPr>
        </p:nvSpPr>
        <p:spPr>
          <a:xfrm>
            <a:off x="607200" y="1781025"/>
            <a:ext cx="32766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2"/>
              </a:buClr>
              <a:buSzPts val="1400"/>
              <a:buChar char="●"/>
              <a:defRPr sz="1200"/>
            </a:lvl1pPr>
            <a:lvl2pPr indent="-304800" lvl="1" marL="914400">
              <a:spcBef>
                <a:spcPts val="0"/>
              </a:spcBef>
              <a:spcAft>
                <a:spcPts val="0"/>
              </a:spcAft>
              <a:buClr>
                <a:schemeClr val="lt2"/>
              </a:buClr>
              <a:buSzPts val="1200"/>
              <a:buChar char="○"/>
              <a:defRPr/>
            </a:lvl2pPr>
            <a:lvl3pPr indent="-304800" lvl="2" marL="1371600">
              <a:spcBef>
                <a:spcPts val="0"/>
              </a:spcBef>
              <a:spcAft>
                <a:spcPts val="0"/>
              </a:spcAft>
              <a:buClr>
                <a:schemeClr val="lt2"/>
              </a:buClr>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0" name="Google Shape;550;p115"/>
          <p:cNvSpPr txBox="1"/>
          <p:nvPr>
            <p:ph idx="2" type="body"/>
          </p:nvPr>
        </p:nvSpPr>
        <p:spPr>
          <a:xfrm>
            <a:off x="607200" y="2640250"/>
            <a:ext cx="3276600" cy="1282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Clr>
                <a:schemeClr val="lt2"/>
              </a:buClr>
              <a:buSzPts val="1200"/>
              <a:buChar char="○"/>
              <a:defRPr/>
            </a:lvl2pPr>
            <a:lvl3pPr indent="-304800" lvl="2" marL="1371600">
              <a:spcBef>
                <a:spcPts val="0"/>
              </a:spcBef>
              <a:spcAft>
                <a:spcPts val="0"/>
              </a:spcAft>
              <a:buClr>
                <a:schemeClr val="lt2"/>
              </a:buClr>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1" name="Google Shape;551;p115"/>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8">
  <p:cSld name="CUSTOM_4_2_2_1_1_1">
    <p:bg>
      <p:bgPr>
        <a:solidFill>
          <a:schemeClr val="lt1"/>
        </a:solidFill>
      </p:bgPr>
    </p:bg>
    <p:spTree>
      <p:nvGrpSpPr>
        <p:cNvPr id="552" name="Shape 552"/>
        <p:cNvGrpSpPr/>
        <p:nvPr/>
      </p:nvGrpSpPr>
      <p:grpSpPr>
        <a:xfrm>
          <a:off x="0" y="0"/>
          <a:ext cx="0" cy="0"/>
          <a:chOff x="0" y="0"/>
          <a:chExt cx="0" cy="0"/>
        </a:xfrm>
      </p:grpSpPr>
      <p:sp>
        <p:nvSpPr>
          <p:cNvPr id="553" name="Google Shape;553;p116"/>
          <p:cNvSpPr txBox="1"/>
          <p:nvPr>
            <p:ph type="title"/>
          </p:nvPr>
        </p:nvSpPr>
        <p:spPr>
          <a:xfrm flipH="1">
            <a:off x="5254500" y="1026550"/>
            <a:ext cx="3279900" cy="790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800"/>
              <a:buNone/>
              <a:defRPr b="1" sz="1800"/>
            </a:lvl1pPr>
            <a:lvl2pPr lvl="1">
              <a:spcBef>
                <a:spcPts val="0"/>
              </a:spcBef>
              <a:spcAft>
                <a:spcPts val="0"/>
              </a:spcAft>
              <a:buClr>
                <a:schemeClr val="lt2"/>
              </a:buClr>
              <a:buSzPts val="2800"/>
              <a:buNone/>
              <a:defRPr>
                <a:solidFill>
                  <a:schemeClr val="lt2"/>
                </a:solidFill>
              </a:defRPr>
            </a:lvl2pPr>
            <a:lvl3pPr lvl="2">
              <a:spcBef>
                <a:spcPts val="0"/>
              </a:spcBef>
              <a:spcAft>
                <a:spcPts val="0"/>
              </a:spcAft>
              <a:buClr>
                <a:schemeClr val="lt2"/>
              </a:buClr>
              <a:buSzPts val="2800"/>
              <a:buNone/>
              <a:defRPr>
                <a:solidFill>
                  <a:schemeClr val="lt2"/>
                </a:solidFill>
              </a:defRPr>
            </a:lvl3pPr>
            <a:lvl4pPr lvl="3">
              <a:spcBef>
                <a:spcPts val="0"/>
              </a:spcBef>
              <a:spcAft>
                <a:spcPts val="0"/>
              </a:spcAft>
              <a:buClr>
                <a:schemeClr val="lt2"/>
              </a:buClr>
              <a:buSzPts val="2800"/>
              <a:buNone/>
              <a:defRPr>
                <a:solidFill>
                  <a:schemeClr val="lt2"/>
                </a:solidFill>
              </a:defRPr>
            </a:lvl4pPr>
            <a:lvl5pPr lvl="4">
              <a:spcBef>
                <a:spcPts val="0"/>
              </a:spcBef>
              <a:spcAft>
                <a:spcPts val="0"/>
              </a:spcAft>
              <a:buClr>
                <a:schemeClr val="lt2"/>
              </a:buClr>
              <a:buSzPts val="2800"/>
              <a:buNone/>
              <a:defRPr>
                <a:solidFill>
                  <a:schemeClr val="lt2"/>
                </a:solidFill>
              </a:defRPr>
            </a:lvl5pPr>
            <a:lvl6pPr lvl="5">
              <a:spcBef>
                <a:spcPts val="0"/>
              </a:spcBef>
              <a:spcAft>
                <a:spcPts val="0"/>
              </a:spcAft>
              <a:buClr>
                <a:schemeClr val="lt2"/>
              </a:buClr>
              <a:buSzPts val="2800"/>
              <a:buNone/>
              <a:defRPr>
                <a:solidFill>
                  <a:schemeClr val="lt2"/>
                </a:solidFill>
              </a:defRPr>
            </a:lvl6pPr>
            <a:lvl7pPr lvl="6">
              <a:spcBef>
                <a:spcPts val="0"/>
              </a:spcBef>
              <a:spcAft>
                <a:spcPts val="0"/>
              </a:spcAft>
              <a:buClr>
                <a:schemeClr val="lt2"/>
              </a:buClr>
              <a:buSzPts val="2800"/>
              <a:buNone/>
              <a:defRPr>
                <a:solidFill>
                  <a:schemeClr val="lt2"/>
                </a:solidFill>
              </a:defRPr>
            </a:lvl7pPr>
            <a:lvl8pPr lvl="7">
              <a:spcBef>
                <a:spcPts val="0"/>
              </a:spcBef>
              <a:spcAft>
                <a:spcPts val="0"/>
              </a:spcAft>
              <a:buClr>
                <a:schemeClr val="lt2"/>
              </a:buClr>
              <a:buSzPts val="2800"/>
              <a:buNone/>
              <a:defRPr>
                <a:solidFill>
                  <a:schemeClr val="lt2"/>
                </a:solidFill>
              </a:defRPr>
            </a:lvl8pPr>
            <a:lvl9pPr lvl="8">
              <a:spcBef>
                <a:spcPts val="0"/>
              </a:spcBef>
              <a:spcAft>
                <a:spcPts val="0"/>
              </a:spcAft>
              <a:buClr>
                <a:schemeClr val="lt2"/>
              </a:buClr>
              <a:buSzPts val="2800"/>
              <a:buNone/>
              <a:defRPr>
                <a:solidFill>
                  <a:schemeClr val="lt2"/>
                </a:solidFill>
              </a:defRPr>
            </a:lvl9pPr>
          </a:lstStyle>
          <a:p/>
        </p:txBody>
      </p:sp>
      <p:sp>
        <p:nvSpPr>
          <p:cNvPr id="554" name="Google Shape;554;p116"/>
          <p:cNvSpPr txBox="1"/>
          <p:nvPr>
            <p:ph idx="1" type="body"/>
          </p:nvPr>
        </p:nvSpPr>
        <p:spPr>
          <a:xfrm flipH="1">
            <a:off x="5254500" y="1781025"/>
            <a:ext cx="3279900" cy="790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2"/>
              </a:buClr>
              <a:buSzPts val="1400"/>
              <a:buChar char="●"/>
              <a:defRPr sz="1200"/>
            </a:lvl1pPr>
            <a:lvl2pPr indent="-304800" lvl="1" marL="914400">
              <a:spcBef>
                <a:spcPts val="0"/>
              </a:spcBef>
              <a:spcAft>
                <a:spcPts val="0"/>
              </a:spcAft>
              <a:buClr>
                <a:schemeClr val="lt2"/>
              </a:buClr>
              <a:buSzPts val="1200"/>
              <a:buChar char="○"/>
              <a:defRPr/>
            </a:lvl2pPr>
            <a:lvl3pPr indent="-304800" lvl="2" marL="1371600">
              <a:spcBef>
                <a:spcPts val="0"/>
              </a:spcBef>
              <a:spcAft>
                <a:spcPts val="0"/>
              </a:spcAft>
              <a:buClr>
                <a:schemeClr val="lt2"/>
              </a:buClr>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5" name="Google Shape;555;p116"/>
          <p:cNvSpPr txBox="1"/>
          <p:nvPr>
            <p:ph idx="2" type="body"/>
          </p:nvPr>
        </p:nvSpPr>
        <p:spPr>
          <a:xfrm flipH="1">
            <a:off x="5254500" y="2640250"/>
            <a:ext cx="3279900" cy="1282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200"/>
            </a:lvl1pPr>
            <a:lvl2pPr indent="-304800" lvl="1" marL="914400">
              <a:spcBef>
                <a:spcPts val="0"/>
              </a:spcBef>
              <a:spcAft>
                <a:spcPts val="0"/>
              </a:spcAft>
              <a:buClr>
                <a:schemeClr val="lt2"/>
              </a:buClr>
              <a:buSzPts val="1200"/>
              <a:buChar char="○"/>
              <a:defRPr/>
            </a:lvl2pPr>
            <a:lvl3pPr indent="-304800" lvl="2" marL="1371600">
              <a:spcBef>
                <a:spcPts val="0"/>
              </a:spcBef>
              <a:spcAft>
                <a:spcPts val="0"/>
              </a:spcAft>
              <a:buClr>
                <a:schemeClr val="lt2"/>
              </a:buClr>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6" name="Google Shape;556;p116"/>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4_2_1">
    <p:bg>
      <p:bgPr>
        <a:solidFill>
          <a:schemeClr val="lt1"/>
        </a:solidFill>
      </p:bgPr>
    </p:bg>
    <p:spTree>
      <p:nvGrpSpPr>
        <p:cNvPr id="557" name="Shape 557"/>
        <p:cNvGrpSpPr/>
        <p:nvPr/>
      </p:nvGrpSpPr>
      <p:grpSpPr>
        <a:xfrm>
          <a:off x="0" y="0"/>
          <a:ext cx="0" cy="0"/>
          <a:chOff x="0" y="0"/>
          <a:chExt cx="0" cy="0"/>
        </a:xfrm>
      </p:grpSpPr>
      <p:sp>
        <p:nvSpPr>
          <p:cNvPr id="558" name="Google Shape;558;p117"/>
          <p:cNvSpPr txBox="1"/>
          <p:nvPr>
            <p:ph type="title"/>
          </p:nvPr>
        </p:nvSpPr>
        <p:spPr>
          <a:xfrm>
            <a:off x="5273704" y="3356575"/>
            <a:ext cx="2386800" cy="2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800"/>
              <a:buNone/>
              <a:defRPr b="0" sz="1000">
                <a:solidFill>
                  <a:schemeClr val="lt2"/>
                </a:solidFill>
                <a:latin typeface="Lato"/>
                <a:ea typeface="Lato"/>
                <a:cs typeface="Lato"/>
                <a:sym typeface="Lato"/>
              </a:defRPr>
            </a:lvl1pPr>
            <a:lvl2pPr lvl="1">
              <a:spcBef>
                <a:spcPts val="0"/>
              </a:spcBef>
              <a:spcAft>
                <a:spcPts val="0"/>
              </a:spcAft>
              <a:buClr>
                <a:schemeClr val="lt2"/>
              </a:buClr>
              <a:buSzPts val="2800"/>
              <a:buNone/>
              <a:defRPr>
                <a:solidFill>
                  <a:schemeClr val="lt2"/>
                </a:solidFill>
                <a:latin typeface="Lato"/>
                <a:ea typeface="Lato"/>
                <a:cs typeface="Lato"/>
                <a:sym typeface="Lato"/>
              </a:defRPr>
            </a:lvl2pPr>
            <a:lvl3pPr lvl="2">
              <a:spcBef>
                <a:spcPts val="0"/>
              </a:spcBef>
              <a:spcAft>
                <a:spcPts val="0"/>
              </a:spcAft>
              <a:buClr>
                <a:schemeClr val="lt2"/>
              </a:buClr>
              <a:buSzPts val="2800"/>
              <a:buNone/>
              <a:defRPr>
                <a:solidFill>
                  <a:schemeClr val="lt2"/>
                </a:solidFill>
                <a:latin typeface="Lato"/>
                <a:ea typeface="Lato"/>
                <a:cs typeface="Lato"/>
                <a:sym typeface="Lato"/>
              </a:defRPr>
            </a:lvl3pPr>
            <a:lvl4pPr lvl="3">
              <a:spcBef>
                <a:spcPts val="0"/>
              </a:spcBef>
              <a:spcAft>
                <a:spcPts val="0"/>
              </a:spcAft>
              <a:buClr>
                <a:schemeClr val="lt2"/>
              </a:buClr>
              <a:buSzPts val="2800"/>
              <a:buNone/>
              <a:defRPr>
                <a:solidFill>
                  <a:schemeClr val="lt2"/>
                </a:solidFill>
                <a:latin typeface="Lato"/>
                <a:ea typeface="Lato"/>
                <a:cs typeface="Lato"/>
                <a:sym typeface="Lato"/>
              </a:defRPr>
            </a:lvl4pPr>
            <a:lvl5pPr lvl="4">
              <a:spcBef>
                <a:spcPts val="0"/>
              </a:spcBef>
              <a:spcAft>
                <a:spcPts val="0"/>
              </a:spcAft>
              <a:buClr>
                <a:schemeClr val="lt2"/>
              </a:buClr>
              <a:buSzPts val="2800"/>
              <a:buNone/>
              <a:defRPr>
                <a:solidFill>
                  <a:schemeClr val="lt2"/>
                </a:solidFill>
                <a:latin typeface="Lato"/>
                <a:ea typeface="Lato"/>
                <a:cs typeface="Lato"/>
                <a:sym typeface="Lato"/>
              </a:defRPr>
            </a:lvl5pPr>
            <a:lvl6pPr lvl="5">
              <a:spcBef>
                <a:spcPts val="0"/>
              </a:spcBef>
              <a:spcAft>
                <a:spcPts val="0"/>
              </a:spcAft>
              <a:buClr>
                <a:schemeClr val="lt2"/>
              </a:buClr>
              <a:buSzPts val="2800"/>
              <a:buNone/>
              <a:defRPr>
                <a:solidFill>
                  <a:schemeClr val="lt2"/>
                </a:solidFill>
                <a:latin typeface="Lato"/>
                <a:ea typeface="Lato"/>
                <a:cs typeface="Lato"/>
                <a:sym typeface="Lato"/>
              </a:defRPr>
            </a:lvl6pPr>
            <a:lvl7pPr lvl="6">
              <a:spcBef>
                <a:spcPts val="0"/>
              </a:spcBef>
              <a:spcAft>
                <a:spcPts val="0"/>
              </a:spcAft>
              <a:buClr>
                <a:schemeClr val="lt2"/>
              </a:buClr>
              <a:buSzPts val="2800"/>
              <a:buNone/>
              <a:defRPr>
                <a:solidFill>
                  <a:schemeClr val="lt2"/>
                </a:solidFill>
                <a:latin typeface="Lato"/>
                <a:ea typeface="Lato"/>
                <a:cs typeface="Lato"/>
                <a:sym typeface="Lato"/>
              </a:defRPr>
            </a:lvl7pPr>
            <a:lvl8pPr lvl="7">
              <a:spcBef>
                <a:spcPts val="0"/>
              </a:spcBef>
              <a:spcAft>
                <a:spcPts val="0"/>
              </a:spcAft>
              <a:buClr>
                <a:schemeClr val="lt2"/>
              </a:buClr>
              <a:buSzPts val="2800"/>
              <a:buNone/>
              <a:defRPr>
                <a:solidFill>
                  <a:schemeClr val="lt2"/>
                </a:solidFill>
                <a:latin typeface="Lato"/>
                <a:ea typeface="Lato"/>
                <a:cs typeface="Lato"/>
                <a:sym typeface="Lato"/>
              </a:defRPr>
            </a:lvl8pPr>
            <a:lvl9pPr lvl="8">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559" name="Google Shape;559;p117"/>
          <p:cNvSpPr txBox="1"/>
          <p:nvPr>
            <p:ph idx="1" type="subTitle"/>
          </p:nvPr>
        </p:nvSpPr>
        <p:spPr>
          <a:xfrm>
            <a:off x="5273708" y="1699075"/>
            <a:ext cx="3258000" cy="1252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b="1">
                <a:latin typeface="Poppins"/>
                <a:ea typeface="Poppins"/>
                <a:cs typeface="Poppins"/>
                <a:sym typeface="Poppins"/>
              </a:defRPr>
            </a:lvl1pPr>
            <a:lvl2pPr lvl="1">
              <a:spcBef>
                <a:spcPts val="0"/>
              </a:spcBef>
              <a:spcAft>
                <a:spcPts val="0"/>
              </a:spcAft>
              <a:buClr>
                <a:schemeClr val="lt2"/>
              </a:buClr>
              <a:buSzPts val="1200"/>
              <a:buNone/>
              <a:defRPr/>
            </a:lvl2pPr>
            <a:lvl3pPr lvl="2">
              <a:spcBef>
                <a:spcPts val="0"/>
              </a:spcBef>
              <a:spcAft>
                <a:spcPts val="0"/>
              </a:spcAft>
              <a:buClr>
                <a:schemeClr val="lt2"/>
              </a:buClr>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60" name="Google Shape;560;p117"/>
          <p:cNvSpPr txBox="1"/>
          <p:nvPr>
            <p:ph idx="2" type="title"/>
          </p:nvPr>
        </p:nvSpPr>
        <p:spPr>
          <a:xfrm>
            <a:off x="5273704" y="3161850"/>
            <a:ext cx="1806000" cy="207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800"/>
              <a:buNone/>
              <a:defRPr sz="1100">
                <a:solidFill>
                  <a:schemeClr val="lt2"/>
                </a:solidFill>
                <a:latin typeface="Lato"/>
                <a:ea typeface="Lato"/>
                <a:cs typeface="Lato"/>
                <a:sym typeface="Lato"/>
              </a:defRPr>
            </a:lvl1pPr>
            <a:lvl2pPr lvl="1">
              <a:spcBef>
                <a:spcPts val="0"/>
              </a:spcBef>
              <a:spcAft>
                <a:spcPts val="0"/>
              </a:spcAft>
              <a:buClr>
                <a:schemeClr val="lt2"/>
              </a:buClr>
              <a:buSzPts val="2800"/>
              <a:buNone/>
              <a:defRPr>
                <a:solidFill>
                  <a:schemeClr val="lt2"/>
                </a:solidFill>
                <a:latin typeface="Lato"/>
                <a:ea typeface="Lato"/>
                <a:cs typeface="Lato"/>
                <a:sym typeface="Lato"/>
              </a:defRPr>
            </a:lvl2pPr>
            <a:lvl3pPr lvl="2">
              <a:spcBef>
                <a:spcPts val="0"/>
              </a:spcBef>
              <a:spcAft>
                <a:spcPts val="0"/>
              </a:spcAft>
              <a:buClr>
                <a:schemeClr val="lt2"/>
              </a:buClr>
              <a:buSzPts val="2800"/>
              <a:buNone/>
              <a:defRPr>
                <a:solidFill>
                  <a:schemeClr val="lt2"/>
                </a:solidFill>
                <a:latin typeface="Lato"/>
                <a:ea typeface="Lato"/>
                <a:cs typeface="Lato"/>
                <a:sym typeface="Lato"/>
              </a:defRPr>
            </a:lvl3pPr>
            <a:lvl4pPr lvl="3">
              <a:spcBef>
                <a:spcPts val="0"/>
              </a:spcBef>
              <a:spcAft>
                <a:spcPts val="0"/>
              </a:spcAft>
              <a:buClr>
                <a:schemeClr val="lt2"/>
              </a:buClr>
              <a:buSzPts val="2800"/>
              <a:buNone/>
              <a:defRPr>
                <a:solidFill>
                  <a:schemeClr val="lt2"/>
                </a:solidFill>
                <a:latin typeface="Lato"/>
                <a:ea typeface="Lato"/>
                <a:cs typeface="Lato"/>
                <a:sym typeface="Lato"/>
              </a:defRPr>
            </a:lvl4pPr>
            <a:lvl5pPr lvl="4">
              <a:spcBef>
                <a:spcPts val="0"/>
              </a:spcBef>
              <a:spcAft>
                <a:spcPts val="0"/>
              </a:spcAft>
              <a:buClr>
                <a:schemeClr val="lt2"/>
              </a:buClr>
              <a:buSzPts val="2800"/>
              <a:buNone/>
              <a:defRPr>
                <a:solidFill>
                  <a:schemeClr val="lt2"/>
                </a:solidFill>
                <a:latin typeface="Lato"/>
                <a:ea typeface="Lato"/>
                <a:cs typeface="Lato"/>
                <a:sym typeface="Lato"/>
              </a:defRPr>
            </a:lvl5pPr>
            <a:lvl6pPr lvl="5">
              <a:spcBef>
                <a:spcPts val="0"/>
              </a:spcBef>
              <a:spcAft>
                <a:spcPts val="0"/>
              </a:spcAft>
              <a:buClr>
                <a:schemeClr val="lt2"/>
              </a:buClr>
              <a:buSzPts val="2800"/>
              <a:buNone/>
              <a:defRPr>
                <a:solidFill>
                  <a:schemeClr val="lt2"/>
                </a:solidFill>
                <a:latin typeface="Lato"/>
                <a:ea typeface="Lato"/>
                <a:cs typeface="Lato"/>
                <a:sym typeface="Lato"/>
              </a:defRPr>
            </a:lvl6pPr>
            <a:lvl7pPr lvl="6">
              <a:spcBef>
                <a:spcPts val="0"/>
              </a:spcBef>
              <a:spcAft>
                <a:spcPts val="0"/>
              </a:spcAft>
              <a:buClr>
                <a:schemeClr val="lt2"/>
              </a:buClr>
              <a:buSzPts val="2800"/>
              <a:buNone/>
              <a:defRPr>
                <a:solidFill>
                  <a:schemeClr val="lt2"/>
                </a:solidFill>
                <a:latin typeface="Lato"/>
                <a:ea typeface="Lato"/>
                <a:cs typeface="Lato"/>
                <a:sym typeface="Lato"/>
              </a:defRPr>
            </a:lvl7pPr>
            <a:lvl8pPr lvl="7">
              <a:spcBef>
                <a:spcPts val="0"/>
              </a:spcBef>
              <a:spcAft>
                <a:spcPts val="0"/>
              </a:spcAft>
              <a:buClr>
                <a:schemeClr val="lt2"/>
              </a:buClr>
              <a:buSzPts val="2800"/>
              <a:buNone/>
              <a:defRPr>
                <a:solidFill>
                  <a:schemeClr val="lt2"/>
                </a:solidFill>
                <a:latin typeface="Lato"/>
                <a:ea typeface="Lato"/>
                <a:cs typeface="Lato"/>
                <a:sym typeface="Lato"/>
              </a:defRPr>
            </a:lvl8pPr>
            <a:lvl9pPr lvl="8">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561" name="Google Shape;561;p117"/>
          <p:cNvSpPr/>
          <p:nvPr/>
        </p:nvSpPr>
        <p:spPr>
          <a:xfrm>
            <a:off x="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CUSTOM_4_1">
    <p:bg>
      <p:bgPr>
        <a:solidFill>
          <a:schemeClr val="dk1"/>
        </a:solidFill>
      </p:bgPr>
    </p:bg>
    <p:spTree>
      <p:nvGrpSpPr>
        <p:cNvPr id="562" name="Shape 562"/>
        <p:cNvGrpSpPr/>
        <p:nvPr/>
      </p:nvGrpSpPr>
      <p:grpSpPr>
        <a:xfrm>
          <a:off x="0" y="0"/>
          <a:ext cx="0" cy="0"/>
          <a:chOff x="0" y="0"/>
          <a:chExt cx="0" cy="0"/>
        </a:xfrm>
      </p:grpSpPr>
      <p:sp>
        <p:nvSpPr>
          <p:cNvPr id="563" name="Google Shape;563;p118"/>
          <p:cNvSpPr txBox="1"/>
          <p:nvPr>
            <p:ph type="title"/>
          </p:nvPr>
        </p:nvSpPr>
        <p:spPr>
          <a:xfrm>
            <a:off x="917436" y="3711750"/>
            <a:ext cx="3609300" cy="415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0">
                <a:solidFill>
                  <a:schemeClr val="lt1"/>
                </a:solidFill>
                <a:latin typeface="Lato"/>
                <a:ea typeface="Lato"/>
                <a:cs typeface="Lato"/>
                <a:sym typeface="Lato"/>
              </a:defRPr>
            </a:lvl1pPr>
            <a:lvl2pPr lvl="1">
              <a:spcBef>
                <a:spcPts val="0"/>
              </a:spcBef>
              <a:spcAft>
                <a:spcPts val="0"/>
              </a:spcAft>
              <a:buSzPts val="2800"/>
              <a:buNone/>
              <a:defRPr>
                <a:latin typeface="Lato"/>
                <a:ea typeface="Lato"/>
                <a:cs typeface="Lato"/>
                <a:sym typeface="Lato"/>
              </a:defRPr>
            </a:lvl2pPr>
            <a:lvl3pPr lvl="2">
              <a:spcBef>
                <a:spcPts val="0"/>
              </a:spcBef>
              <a:spcAft>
                <a:spcPts val="0"/>
              </a:spcAft>
              <a:buSzPts val="2800"/>
              <a:buNone/>
              <a:defRPr>
                <a:latin typeface="Lato"/>
                <a:ea typeface="Lato"/>
                <a:cs typeface="Lato"/>
                <a:sym typeface="Lato"/>
              </a:defRPr>
            </a:lvl3pPr>
            <a:lvl4pPr lvl="3">
              <a:spcBef>
                <a:spcPts val="0"/>
              </a:spcBef>
              <a:spcAft>
                <a:spcPts val="0"/>
              </a:spcAft>
              <a:buSzPts val="2800"/>
              <a:buNone/>
              <a:defRPr>
                <a:latin typeface="Lato"/>
                <a:ea typeface="Lato"/>
                <a:cs typeface="Lato"/>
                <a:sym typeface="Lato"/>
              </a:defRPr>
            </a:lvl4pPr>
            <a:lvl5pPr lvl="4">
              <a:spcBef>
                <a:spcPts val="0"/>
              </a:spcBef>
              <a:spcAft>
                <a:spcPts val="0"/>
              </a:spcAft>
              <a:buSzPts val="2800"/>
              <a:buNone/>
              <a:defRPr>
                <a:latin typeface="Lato"/>
                <a:ea typeface="Lato"/>
                <a:cs typeface="Lato"/>
                <a:sym typeface="Lato"/>
              </a:defRPr>
            </a:lvl5pPr>
            <a:lvl6pPr lvl="5">
              <a:spcBef>
                <a:spcPts val="0"/>
              </a:spcBef>
              <a:spcAft>
                <a:spcPts val="0"/>
              </a:spcAft>
              <a:buSzPts val="2800"/>
              <a:buNone/>
              <a:defRPr>
                <a:latin typeface="Lato"/>
                <a:ea typeface="Lato"/>
                <a:cs typeface="Lato"/>
                <a:sym typeface="Lato"/>
              </a:defRPr>
            </a:lvl6pPr>
            <a:lvl7pPr lvl="6">
              <a:spcBef>
                <a:spcPts val="0"/>
              </a:spcBef>
              <a:spcAft>
                <a:spcPts val="0"/>
              </a:spcAft>
              <a:buSzPts val="2800"/>
              <a:buNone/>
              <a:defRPr>
                <a:latin typeface="Lato"/>
                <a:ea typeface="Lato"/>
                <a:cs typeface="Lato"/>
                <a:sym typeface="Lato"/>
              </a:defRPr>
            </a:lvl7pPr>
            <a:lvl8pPr lvl="7">
              <a:spcBef>
                <a:spcPts val="0"/>
              </a:spcBef>
              <a:spcAft>
                <a:spcPts val="0"/>
              </a:spcAft>
              <a:buSzPts val="2800"/>
              <a:buNone/>
              <a:defRPr>
                <a:latin typeface="Lato"/>
                <a:ea typeface="Lato"/>
                <a:cs typeface="Lato"/>
                <a:sym typeface="Lato"/>
              </a:defRPr>
            </a:lvl8pPr>
            <a:lvl9pPr lvl="8">
              <a:spcBef>
                <a:spcPts val="0"/>
              </a:spcBef>
              <a:spcAft>
                <a:spcPts val="0"/>
              </a:spcAft>
              <a:buSzPts val="2800"/>
              <a:buNone/>
              <a:defRPr>
                <a:latin typeface="Lato"/>
                <a:ea typeface="Lato"/>
                <a:cs typeface="Lato"/>
                <a:sym typeface="Lato"/>
              </a:defRPr>
            </a:lvl9pPr>
          </a:lstStyle>
          <a:p/>
        </p:txBody>
      </p:sp>
      <p:sp>
        <p:nvSpPr>
          <p:cNvPr id="564" name="Google Shape;564;p118"/>
          <p:cNvSpPr txBox="1"/>
          <p:nvPr>
            <p:ph idx="1" type="subTitle"/>
          </p:nvPr>
        </p:nvSpPr>
        <p:spPr>
          <a:xfrm>
            <a:off x="917436" y="2384875"/>
            <a:ext cx="5263500" cy="12525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1" sz="2300">
                <a:solidFill>
                  <a:schemeClr val="lt1"/>
                </a:solidFill>
                <a:latin typeface="Poppins"/>
                <a:ea typeface="Poppins"/>
                <a:cs typeface="Poppins"/>
                <a:sym typeface="Poppins"/>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5" name="Shape 565"/>
        <p:cNvGrpSpPr/>
        <p:nvPr/>
      </p:nvGrpSpPr>
      <p:grpSpPr>
        <a:xfrm>
          <a:off x="0" y="0"/>
          <a:ext cx="0" cy="0"/>
          <a:chOff x="0" y="0"/>
          <a:chExt cx="0" cy="0"/>
        </a:xfrm>
      </p:grpSpPr>
      <p:sp>
        <p:nvSpPr>
          <p:cNvPr id="566" name="Google Shape;566;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3.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1.xml"/><Relationship Id="rId22" Type="http://schemas.openxmlformats.org/officeDocument/2006/relationships/slideLayout" Target="../slideLayouts/slideLayout53.xml"/><Relationship Id="rId21" Type="http://schemas.openxmlformats.org/officeDocument/2006/relationships/slideLayout" Target="../slideLayouts/slideLayout52.xml"/><Relationship Id="rId24" Type="http://schemas.openxmlformats.org/officeDocument/2006/relationships/slideLayout" Target="../slideLayouts/slideLayout55.xml"/><Relationship Id="rId23" Type="http://schemas.openxmlformats.org/officeDocument/2006/relationships/slideLayout" Target="../slideLayouts/slideLayout54.xml"/><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9" Type="http://schemas.openxmlformats.org/officeDocument/2006/relationships/slideLayout" Target="../slideLayouts/slideLayout40.xml"/><Relationship Id="rId26" Type="http://schemas.openxmlformats.org/officeDocument/2006/relationships/slideLayout" Target="../slideLayouts/slideLayout57.xml"/><Relationship Id="rId25" Type="http://schemas.openxmlformats.org/officeDocument/2006/relationships/slideLayout" Target="../slideLayouts/slideLayout56.xml"/><Relationship Id="rId28" Type="http://schemas.openxmlformats.org/officeDocument/2006/relationships/slideLayout" Target="../slideLayouts/slideLayout59.xml"/><Relationship Id="rId27" Type="http://schemas.openxmlformats.org/officeDocument/2006/relationships/slideLayout" Target="../slideLayouts/slideLayout58.xml"/><Relationship Id="rId5" Type="http://schemas.openxmlformats.org/officeDocument/2006/relationships/slideLayout" Target="../slideLayouts/slideLayout36.xml"/><Relationship Id="rId6" Type="http://schemas.openxmlformats.org/officeDocument/2006/relationships/slideLayout" Target="../slideLayouts/slideLayout37.xml"/><Relationship Id="rId29" Type="http://schemas.openxmlformats.org/officeDocument/2006/relationships/slideLayout" Target="../slideLayouts/slideLayout60.xml"/><Relationship Id="rId7" Type="http://schemas.openxmlformats.org/officeDocument/2006/relationships/slideLayout" Target="../slideLayouts/slideLayout38.xml"/><Relationship Id="rId8" Type="http://schemas.openxmlformats.org/officeDocument/2006/relationships/slideLayout" Target="../slideLayouts/slideLayout39.xml"/><Relationship Id="rId31" Type="http://schemas.openxmlformats.org/officeDocument/2006/relationships/slideLayout" Target="../slideLayouts/slideLayout62.xml"/><Relationship Id="rId30" Type="http://schemas.openxmlformats.org/officeDocument/2006/relationships/slideLayout" Target="../slideLayouts/slideLayout61.xml"/><Relationship Id="rId11" Type="http://schemas.openxmlformats.org/officeDocument/2006/relationships/slideLayout" Target="../slideLayouts/slideLayout42.xml"/><Relationship Id="rId33" Type="http://schemas.openxmlformats.org/officeDocument/2006/relationships/slideLayout" Target="../slideLayouts/slideLayout64.xml"/><Relationship Id="rId10" Type="http://schemas.openxmlformats.org/officeDocument/2006/relationships/slideLayout" Target="../slideLayouts/slideLayout41.xml"/><Relationship Id="rId32" Type="http://schemas.openxmlformats.org/officeDocument/2006/relationships/slideLayout" Target="../slideLayouts/slideLayout63.xml"/><Relationship Id="rId13" Type="http://schemas.openxmlformats.org/officeDocument/2006/relationships/slideLayout" Target="../slideLayouts/slideLayout44.xml"/><Relationship Id="rId35" Type="http://schemas.openxmlformats.org/officeDocument/2006/relationships/theme" Target="../theme/theme2.xml"/><Relationship Id="rId12" Type="http://schemas.openxmlformats.org/officeDocument/2006/relationships/slideLayout" Target="../slideLayouts/slideLayout43.xml"/><Relationship Id="rId34" Type="http://schemas.openxmlformats.org/officeDocument/2006/relationships/slideLayout" Target="../slideLayouts/slideLayout65.xml"/><Relationship Id="rId15" Type="http://schemas.openxmlformats.org/officeDocument/2006/relationships/slideLayout" Target="../slideLayouts/slideLayout46.xml"/><Relationship Id="rId14" Type="http://schemas.openxmlformats.org/officeDocument/2006/relationships/slideLayout" Target="../slideLayouts/slideLayout45.xml"/><Relationship Id="rId17" Type="http://schemas.openxmlformats.org/officeDocument/2006/relationships/slideLayout" Target="../slideLayouts/slideLayout48.xml"/><Relationship Id="rId16" Type="http://schemas.openxmlformats.org/officeDocument/2006/relationships/slideLayout" Target="../slideLayouts/slideLayout47.xml"/><Relationship Id="rId19" Type="http://schemas.openxmlformats.org/officeDocument/2006/relationships/slideLayout" Target="../slideLayouts/slideLayout50.xml"/><Relationship Id="rId18"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5.xml"/><Relationship Id="rId42" Type="http://schemas.openxmlformats.org/officeDocument/2006/relationships/slideLayout" Target="../slideLayouts/slideLayout107.xml"/><Relationship Id="rId41" Type="http://schemas.openxmlformats.org/officeDocument/2006/relationships/slideLayout" Target="../slideLayouts/slideLayout106.xml"/><Relationship Id="rId44" Type="http://schemas.openxmlformats.org/officeDocument/2006/relationships/slideLayout" Target="../slideLayouts/slideLayout109.xml"/><Relationship Id="rId43" Type="http://schemas.openxmlformats.org/officeDocument/2006/relationships/slideLayout" Target="../slideLayouts/slideLayout108.xml"/><Relationship Id="rId46" Type="http://schemas.openxmlformats.org/officeDocument/2006/relationships/slideLayout" Target="../slideLayouts/slideLayout111.xml"/><Relationship Id="rId45" Type="http://schemas.openxmlformats.org/officeDocument/2006/relationships/slideLayout" Target="../slideLayouts/slideLayout110.xml"/><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9" Type="http://schemas.openxmlformats.org/officeDocument/2006/relationships/slideLayout" Target="../slideLayouts/slideLayout74.xml"/><Relationship Id="rId48" Type="http://schemas.openxmlformats.org/officeDocument/2006/relationships/slideLayout" Target="../slideLayouts/slideLayout113.xml"/><Relationship Id="rId47" Type="http://schemas.openxmlformats.org/officeDocument/2006/relationships/slideLayout" Target="../slideLayouts/slideLayout112.xml"/><Relationship Id="rId49" Type="http://schemas.openxmlformats.org/officeDocument/2006/relationships/slideLayout" Target="../slideLayouts/slideLayout114.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31" Type="http://schemas.openxmlformats.org/officeDocument/2006/relationships/slideLayout" Target="../slideLayouts/slideLayout96.xml"/><Relationship Id="rId30" Type="http://schemas.openxmlformats.org/officeDocument/2006/relationships/slideLayout" Target="../slideLayouts/slideLayout95.xml"/><Relationship Id="rId33" Type="http://schemas.openxmlformats.org/officeDocument/2006/relationships/slideLayout" Target="../slideLayouts/slideLayout98.xml"/><Relationship Id="rId32" Type="http://schemas.openxmlformats.org/officeDocument/2006/relationships/slideLayout" Target="../slideLayouts/slideLayout97.xml"/><Relationship Id="rId35" Type="http://schemas.openxmlformats.org/officeDocument/2006/relationships/slideLayout" Target="../slideLayouts/slideLayout100.xml"/><Relationship Id="rId34" Type="http://schemas.openxmlformats.org/officeDocument/2006/relationships/slideLayout" Target="../slideLayouts/slideLayout99.xml"/><Relationship Id="rId37" Type="http://schemas.openxmlformats.org/officeDocument/2006/relationships/slideLayout" Target="../slideLayouts/slideLayout102.xml"/><Relationship Id="rId36" Type="http://schemas.openxmlformats.org/officeDocument/2006/relationships/slideLayout" Target="../slideLayouts/slideLayout101.xml"/><Relationship Id="rId39" Type="http://schemas.openxmlformats.org/officeDocument/2006/relationships/slideLayout" Target="../slideLayouts/slideLayout104.xml"/><Relationship Id="rId38" Type="http://schemas.openxmlformats.org/officeDocument/2006/relationships/slideLayout" Target="../slideLayouts/slideLayout103.xml"/><Relationship Id="rId20" Type="http://schemas.openxmlformats.org/officeDocument/2006/relationships/slideLayout" Target="../slideLayouts/slideLayout85.xml"/><Relationship Id="rId22" Type="http://schemas.openxmlformats.org/officeDocument/2006/relationships/slideLayout" Target="../slideLayouts/slideLayout87.xml"/><Relationship Id="rId21" Type="http://schemas.openxmlformats.org/officeDocument/2006/relationships/slideLayout" Target="../slideLayouts/slideLayout86.xml"/><Relationship Id="rId24" Type="http://schemas.openxmlformats.org/officeDocument/2006/relationships/slideLayout" Target="../slideLayouts/slideLayout89.xml"/><Relationship Id="rId23" Type="http://schemas.openxmlformats.org/officeDocument/2006/relationships/slideLayout" Target="../slideLayouts/slideLayout88.xml"/><Relationship Id="rId26" Type="http://schemas.openxmlformats.org/officeDocument/2006/relationships/slideLayout" Target="../slideLayouts/slideLayout91.xml"/><Relationship Id="rId25" Type="http://schemas.openxmlformats.org/officeDocument/2006/relationships/slideLayout" Target="../slideLayouts/slideLayout90.xml"/><Relationship Id="rId28" Type="http://schemas.openxmlformats.org/officeDocument/2006/relationships/slideLayout" Target="../slideLayouts/slideLayout93.xml"/><Relationship Id="rId27" Type="http://schemas.openxmlformats.org/officeDocument/2006/relationships/slideLayout" Target="../slideLayouts/slideLayout92.xml"/><Relationship Id="rId29" Type="http://schemas.openxmlformats.org/officeDocument/2006/relationships/slideLayout" Target="../slideLayouts/slideLayout94.xml"/><Relationship Id="rId51" Type="http://schemas.openxmlformats.org/officeDocument/2006/relationships/slideLayout" Target="../slideLayouts/slideLayout116.xml"/><Relationship Id="rId50" Type="http://schemas.openxmlformats.org/officeDocument/2006/relationships/slideLayout" Target="../slideLayouts/slideLayout115.xml"/><Relationship Id="rId52" Type="http://schemas.openxmlformats.org/officeDocument/2006/relationships/theme" Target="../theme/theme1.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3" Type="http://schemas.openxmlformats.org/officeDocument/2006/relationships/slideLayout" Target="../slideLayouts/slideLayout78.xml"/><Relationship Id="rId12" Type="http://schemas.openxmlformats.org/officeDocument/2006/relationships/slideLayout" Target="../slideLayouts/slideLayout77.xml"/><Relationship Id="rId15" Type="http://schemas.openxmlformats.org/officeDocument/2006/relationships/slideLayout" Target="../slideLayouts/slideLayout80.xml"/><Relationship Id="rId14" Type="http://schemas.openxmlformats.org/officeDocument/2006/relationships/slideLayout" Target="../slideLayouts/slideLayout79.xml"/><Relationship Id="rId17" Type="http://schemas.openxmlformats.org/officeDocument/2006/relationships/slideLayout" Target="../slideLayouts/slideLayout82.xml"/><Relationship Id="rId16" Type="http://schemas.openxmlformats.org/officeDocument/2006/relationships/slideLayout" Target="../slideLayouts/slideLayout81.xml"/><Relationship Id="rId19" Type="http://schemas.openxmlformats.org/officeDocument/2006/relationships/slideLayout" Target="../slideLayouts/slideLayout84.xml"/><Relationship Id="rId18"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71500" y="800100"/>
            <a:ext cx="4000500" cy="914400"/>
          </a:xfrm>
          <a:prstGeom prst="rect">
            <a:avLst/>
          </a:prstGeom>
          <a:noFill/>
          <a:ln>
            <a:noFill/>
          </a:ln>
        </p:spPr>
        <p:txBody>
          <a:bodyPr anchorCtr="0" anchor="ctr" bIns="0" lIns="0" spcFirstLastPara="1" rIns="0" wrap="square" tIns="0">
            <a:noAutofit/>
          </a:bodyPr>
          <a:lstStyle>
            <a:lvl1pPr lvl="0">
              <a:lnSpc>
                <a:spcPct val="115000"/>
              </a:lnSpc>
              <a:spcBef>
                <a:spcPts val="0"/>
              </a:spcBef>
              <a:spcAft>
                <a:spcPts val="0"/>
              </a:spcAft>
              <a:buClr>
                <a:schemeClr val="lt2"/>
              </a:buClr>
              <a:buSzPts val="1800"/>
              <a:buFont typeface="Poppins"/>
              <a:buNone/>
              <a:defRPr b="1" sz="1800">
                <a:solidFill>
                  <a:schemeClr val="lt2"/>
                </a:solidFill>
                <a:latin typeface="Poppins"/>
                <a:ea typeface="Poppins"/>
                <a:cs typeface="Poppins"/>
                <a:sym typeface="Poppins"/>
              </a:defRPr>
            </a:lvl1pPr>
            <a:lvl2pPr lvl="1">
              <a:lnSpc>
                <a:spcPct val="115000"/>
              </a:lnSpc>
              <a:spcBef>
                <a:spcPts val="0"/>
              </a:spcBef>
              <a:spcAft>
                <a:spcPts val="0"/>
              </a:spcAft>
              <a:buClr>
                <a:schemeClr val="lt2"/>
              </a:buClr>
              <a:buSzPts val="1800"/>
              <a:buNone/>
              <a:defRPr sz="1800">
                <a:solidFill>
                  <a:schemeClr val="lt2"/>
                </a:solidFill>
              </a:defRPr>
            </a:lvl2pPr>
            <a:lvl3pPr lvl="2">
              <a:lnSpc>
                <a:spcPct val="115000"/>
              </a:lnSpc>
              <a:spcBef>
                <a:spcPts val="0"/>
              </a:spcBef>
              <a:spcAft>
                <a:spcPts val="0"/>
              </a:spcAft>
              <a:buClr>
                <a:schemeClr val="lt2"/>
              </a:buClr>
              <a:buSzPts val="1800"/>
              <a:buNone/>
              <a:defRPr sz="1800">
                <a:solidFill>
                  <a:schemeClr val="lt2"/>
                </a:solidFill>
              </a:defRPr>
            </a:lvl3pPr>
            <a:lvl4pPr lvl="3">
              <a:lnSpc>
                <a:spcPct val="115000"/>
              </a:lnSpc>
              <a:spcBef>
                <a:spcPts val="0"/>
              </a:spcBef>
              <a:spcAft>
                <a:spcPts val="0"/>
              </a:spcAft>
              <a:buClr>
                <a:schemeClr val="lt2"/>
              </a:buClr>
              <a:buSzPts val="1800"/>
              <a:buNone/>
              <a:defRPr sz="1800">
                <a:solidFill>
                  <a:schemeClr val="lt2"/>
                </a:solidFill>
              </a:defRPr>
            </a:lvl4pPr>
            <a:lvl5pPr lvl="4">
              <a:lnSpc>
                <a:spcPct val="115000"/>
              </a:lnSpc>
              <a:spcBef>
                <a:spcPts val="0"/>
              </a:spcBef>
              <a:spcAft>
                <a:spcPts val="0"/>
              </a:spcAft>
              <a:buClr>
                <a:schemeClr val="lt2"/>
              </a:buClr>
              <a:buSzPts val="1800"/>
              <a:buNone/>
              <a:defRPr sz="1800">
                <a:solidFill>
                  <a:schemeClr val="lt2"/>
                </a:solidFill>
              </a:defRPr>
            </a:lvl5pPr>
            <a:lvl6pPr lvl="5">
              <a:lnSpc>
                <a:spcPct val="115000"/>
              </a:lnSpc>
              <a:spcBef>
                <a:spcPts val="0"/>
              </a:spcBef>
              <a:spcAft>
                <a:spcPts val="0"/>
              </a:spcAft>
              <a:buClr>
                <a:schemeClr val="lt2"/>
              </a:buClr>
              <a:buSzPts val="1800"/>
              <a:buNone/>
              <a:defRPr sz="1800">
                <a:solidFill>
                  <a:schemeClr val="lt2"/>
                </a:solidFill>
              </a:defRPr>
            </a:lvl6pPr>
            <a:lvl7pPr lvl="6">
              <a:lnSpc>
                <a:spcPct val="115000"/>
              </a:lnSpc>
              <a:spcBef>
                <a:spcPts val="0"/>
              </a:spcBef>
              <a:spcAft>
                <a:spcPts val="0"/>
              </a:spcAft>
              <a:buClr>
                <a:schemeClr val="lt2"/>
              </a:buClr>
              <a:buSzPts val="1800"/>
              <a:buNone/>
              <a:defRPr sz="1800">
                <a:solidFill>
                  <a:schemeClr val="lt2"/>
                </a:solidFill>
              </a:defRPr>
            </a:lvl7pPr>
            <a:lvl8pPr lvl="7">
              <a:lnSpc>
                <a:spcPct val="115000"/>
              </a:lnSpc>
              <a:spcBef>
                <a:spcPts val="0"/>
              </a:spcBef>
              <a:spcAft>
                <a:spcPts val="0"/>
              </a:spcAft>
              <a:buClr>
                <a:schemeClr val="lt2"/>
              </a:buClr>
              <a:buSzPts val="1800"/>
              <a:buNone/>
              <a:defRPr sz="1800">
                <a:solidFill>
                  <a:schemeClr val="lt2"/>
                </a:solidFill>
              </a:defRPr>
            </a:lvl8pPr>
            <a:lvl9pPr lvl="8">
              <a:lnSpc>
                <a:spcPct val="115000"/>
              </a:lnSpc>
              <a:spcBef>
                <a:spcPts val="0"/>
              </a:spcBef>
              <a:spcAft>
                <a:spcPts val="0"/>
              </a:spcAft>
              <a:buClr>
                <a:schemeClr val="lt2"/>
              </a:buClr>
              <a:buSzPts val="1800"/>
              <a:buNone/>
              <a:defRPr sz="1800">
                <a:solidFill>
                  <a:schemeClr val="lt2"/>
                </a:solidFill>
              </a:defRPr>
            </a:lvl9pPr>
          </a:lstStyle>
          <a:p/>
        </p:txBody>
      </p:sp>
      <p:sp>
        <p:nvSpPr>
          <p:cNvPr id="7" name="Google Shape;7;p1"/>
          <p:cNvSpPr txBox="1"/>
          <p:nvPr>
            <p:ph idx="1" type="body"/>
          </p:nvPr>
        </p:nvSpPr>
        <p:spPr>
          <a:xfrm>
            <a:off x="571500" y="1714500"/>
            <a:ext cx="4000500" cy="2857500"/>
          </a:xfrm>
          <a:prstGeom prst="rect">
            <a:avLst/>
          </a:prstGeom>
          <a:noFill/>
          <a:ln>
            <a:noFill/>
          </a:ln>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8" name="Google Shape;8;p1"/>
          <p:cNvSpPr txBox="1"/>
          <p:nvPr>
            <p:ph idx="12" type="sldNum"/>
          </p:nvPr>
        </p:nvSpPr>
        <p:spPr>
          <a:xfrm>
            <a:off x="8572500" y="4572004"/>
            <a:ext cx="571500" cy="5715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0" name="Shape 160"/>
        <p:cNvGrpSpPr/>
        <p:nvPr/>
      </p:nvGrpSpPr>
      <p:grpSpPr>
        <a:xfrm>
          <a:off x="0" y="0"/>
          <a:ext cx="0" cy="0"/>
          <a:chOff x="0" y="0"/>
          <a:chExt cx="0" cy="0"/>
        </a:xfrm>
      </p:grpSpPr>
      <p:sp>
        <p:nvSpPr>
          <p:cNvPr id="161" name="Google Shape;161;p33"/>
          <p:cNvSpPr txBox="1"/>
          <p:nvPr>
            <p:ph type="title"/>
          </p:nvPr>
        </p:nvSpPr>
        <p:spPr>
          <a:xfrm>
            <a:off x="571500" y="800100"/>
            <a:ext cx="4000500" cy="914400"/>
          </a:xfrm>
          <a:prstGeom prst="rect">
            <a:avLst/>
          </a:prstGeom>
          <a:noFill/>
          <a:ln>
            <a:noFill/>
          </a:ln>
        </p:spPr>
        <p:txBody>
          <a:bodyPr anchorCtr="0" anchor="ctr" bIns="0" lIns="0" spcFirstLastPara="1" rIns="0" wrap="square" tIns="0">
            <a:noAutofit/>
          </a:bodyPr>
          <a:lstStyle>
            <a:lvl1pPr lvl="0" rtl="0">
              <a:lnSpc>
                <a:spcPct val="115000"/>
              </a:lnSpc>
              <a:spcBef>
                <a:spcPts val="0"/>
              </a:spcBef>
              <a:spcAft>
                <a:spcPts val="0"/>
              </a:spcAft>
              <a:buClr>
                <a:schemeClr val="lt2"/>
              </a:buClr>
              <a:buSzPts val="1800"/>
              <a:buFont typeface="Poppins"/>
              <a:buNone/>
              <a:defRPr b="1" sz="1800">
                <a:solidFill>
                  <a:schemeClr val="lt2"/>
                </a:solidFill>
                <a:latin typeface="Poppins"/>
                <a:ea typeface="Poppins"/>
                <a:cs typeface="Poppins"/>
                <a:sym typeface="Poppins"/>
              </a:defRPr>
            </a:lvl1pPr>
            <a:lvl2pPr lvl="1" rtl="0">
              <a:lnSpc>
                <a:spcPct val="115000"/>
              </a:lnSpc>
              <a:spcBef>
                <a:spcPts val="0"/>
              </a:spcBef>
              <a:spcAft>
                <a:spcPts val="0"/>
              </a:spcAft>
              <a:buClr>
                <a:schemeClr val="lt2"/>
              </a:buClr>
              <a:buSzPts val="1800"/>
              <a:buNone/>
              <a:defRPr sz="1800">
                <a:solidFill>
                  <a:schemeClr val="lt2"/>
                </a:solidFill>
              </a:defRPr>
            </a:lvl2pPr>
            <a:lvl3pPr lvl="2" rtl="0">
              <a:lnSpc>
                <a:spcPct val="115000"/>
              </a:lnSpc>
              <a:spcBef>
                <a:spcPts val="0"/>
              </a:spcBef>
              <a:spcAft>
                <a:spcPts val="0"/>
              </a:spcAft>
              <a:buClr>
                <a:schemeClr val="lt2"/>
              </a:buClr>
              <a:buSzPts val="1800"/>
              <a:buNone/>
              <a:defRPr sz="1800">
                <a:solidFill>
                  <a:schemeClr val="lt2"/>
                </a:solidFill>
              </a:defRPr>
            </a:lvl3pPr>
            <a:lvl4pPr lvl="3" rtl="0">
              <a:lnSpc>
                <a:spcPct val="115000"/>
              </a:lnSpc>
              <a:spcBef>
                <a:spcPts val="0"/>
              </a:spcBef>
              <a:spcAft>
                <a:spcPts val="0"/>
              </a:spcAft>
              <a:buClr>
                <a:schemeClr val="lt2"/>
              </a:buClr>
              <a:buSzPts val="1800"/>
              <a:buNone/>
              <a:defRPr sz="1800">
                <a:solidFill>
                  <a:schemeClr val="lt2"/>
                </a:solidFill>
              </a:defRPr>
            </a:lvl4pPr>
            <a:lvl5pPr lvl="4" rtl="0">
              <a:lnSpc>
                <a:spcPct val="115000"/>
              </a:lnSpc>
              <a:spcBef>
                <a:spcPts val="0"/>
              </a:spcBef>
              <a:spcAft>
                <a:spcPts val="0"/>
              </a:spcAft>
              <a:buClr>
                <a:schemeClr val="lt2"/>
              </a:buClr>
              <a:buSzPts val="1800"/>
              <a:buNone/>
              <a:defRPr sz="1800">
                <a:solidFill>
                  <a:schemeClr val="lt2"/>
                </a:solidFill>
              </a:defRPr>
            </a:lvl5pPr>
            <a:lvl6pPr lvl="5" rtl="0">
              <a:lnSpc>
                <a:spcPct val="115000"/>
              </a:lnSpc>
              <a:spcBef>
                <a:spcPts val="0"/>
              </a:spcBef>
              <a:spcAft>
                <a:spcPts val="0"/>
              </a:spcAft>
              <a:buClr>
                <a:schemeClr val="lt2"/>
              </a:buClr>
              <a:buSzPts val="1800"/>
              <a:buNone/>
              <a:defRPr sz="1800">
                <a:solidFill>
                  <a:schemeClr val="lt2"/>
                </a:solidFill>
              </a:defRPr>
            </a:lvl6pPr>
            <a:lvl7pPr lvl="6" rtl="0">
              <a:lnSpc>
                <a:spcPct val="115000"/>
              </a:lnSpc>
              <a:spcBef>
                <a:spcPts val="0"/>
              </a:spcBef>
              <a:spcAft>
                <a:spcPts val="0"/>
              </a:spcAft>
              <a:buClr>
                <a:schemeClr val="lt2"/>
              </a:buClr>
              <a:buSzPts val="1800"/>
              <a:buNone/>
              <a:defRPr sz="1800">
                <a:solidFill>
                  <a:schemeClr val="lt2"/>
                </a:solidFill>
              </a:defRPr>
            </a:lvl7pPr>
            <a:lvl8pPr lvl="7" rtl="0">
              <a:lnSpc>
                <a:spcPct val="115000"/>
              </a:lnSpc>
              <a:spcBef>
                <a:spcPts val="0"/>
              </a:spcBef>
              <a:spcAft>
                <a:spcPts val="0"/>
              </a:spcAft>
              <a:buClr>
                <a:schemeClr val="lt2"/>
              </a:buClr>
              <a:buSzPts val="1800"/>
              <a:buNone/>
              <a:defRPr sz="1800">
                <a:solidFill>
                  <a:schemeClr val="lt2"/>
                </a:solidFill>
              </a:defRPr>
            </a:lvl8pPr>
            <a:lvl9pPr lvl="8" rtl="0">
              <a:lnSpc>
                <a:spcPct val="115000"/>
              </a:lnSpc>
              <a:spcBef>
                <a:spcPts val="0"/>
              </a:spcBef>
              <a:spcAft>
                <a:spcPts val="0"/>
              </a:spcAft>
              <a:buClr>
                <a:schemeClr val="lt2"/>
              </a:buClr>
              <a:buSzPts val="1800"/>
              <a:buNone/>
              <a:defRPr sz="1800">
                <a:solidFill>
                  <a:schemeClr val="lt2"/>
                </a:solidFill>
              </a:defRPr>
            </a:lvl9pPr>
          </a:lstStyle>
          <a:p/>
        </p:txBody>
      </p:sp>
      <p:sp>
        <p:nvSpPr>
          <p:cNvPr id="162" name="Google Shape;162;p33"/>
          <p:cNvSpPr txBox="1"/>
          <p:nvPr>
            <p:ph idx="1" type="body"/>
          </p:nvPr>
        </p:nvSpPr>
        <p:spPr>
          <a:xfrm>
            <a:off x="571500" y="1714500"/>
            <a:ext cx="4000500" cy="2857500"/>
          </a:xfrm>
          <a:prstGeom prst="rect">
            <a:avLst/>
          </a:prstGeom>
          <a:noFill/>
          <a:ln>
            <a:noFill/>
          </a:ln>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63" name="Google Shape;163;p33"/>
          <p:cNvSpPr txBox="1"/>
          <p:nvPr>
            <p:ph idx="12" type="sldNum"/>
          </p:nvPr>
        </p:nvSpPr>
        <p:spPr>
          <a:xfrm>
            <a:off x="8572500" y="4572004"/>
            <a:ext cx="571500" cy="571500"/>
          </a:xfrm>
          <a:prstGeom prst="rect">
            <a:avLst/>
          </a:prstGeom>
          <a:noFill/>
          <a:ln>
            <a:noFill/>
          </a:ln>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 id="2147483710" r:id="rId32"/>
    <p:sldLayoutId id="2147483711" r:id="rId33"/>
    <p:sldLayoutId id="214748371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8" name="Shape 328"/>
        <p:cNvGrpSpPr/>
        <p:nvPr/>
      </p:nvGrpSpPr>
      <p:grpSpPr>
        <a:xfrm>
          <a:off x="0" y="0"/>
          <a:ext cx="0" cy="0"/>
          <a:chOff x="0" y="0"/>
          <a:chExt cx="0" cy="0"/>
        </a:xfrm>
      </p:grpSpPr>
      <p:sp>
        <p:nvSpPr>
          <p:cNvPr id="329" name="Google Shape;329;p68"/>
          <p:cNvSpPr txBox="1"/>
          <p:nvPr>
            <p:ph type="title"/>
          </p:nvPr>
        </p:nvSpPr>
        <p:spPr>
          <a:xfrm>
            <a:off x="606900" y="538425"/>
            <a:ext cx="7929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30" name="Google Shape;330;p68"/>
          <p:cNvSpPr txBox="1"/>
          <p:nvPr>
            <p:ph idx="1" type="body"/>
          </p:nvPr>
        </p:nvSpPr>
        <p:spPr>
          <a:xfrm>
            <a:off x="607025" y="1152475"/>
            <a:ext cx="7929600" cy="34512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Font typeface="Lato"/>
              <a:buChar char="●"/>
              <a:defRPr>
                <a:solidFill>
                  <a:schemeClr val="lt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3pPr>
            <a:lvl4pPr indent="-304800" lvl="3" marL="18288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
        <p:nvSpPr>
          <p:cNvPr id="331" name="Google Shape;331;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 id="2147483746" r:id="rId34"/>
    <p:sldLayoutId id="2147483747" r:id="rId35"/>
    <p:sldLayoutId id="2147483748" r:id="rId36"/>
    <p:sldLayoutId id="2147483749" r:id="rId37"/>
    <p:sldLayoutId id="2147483750" r:id="rId38"/>
    <p:sldLayoutId id="2147483751" r:id="rId39"/>
    <p:sldLayoutId id="2147483752" r:id="rId40"/>
    <p:sldLayoutId id="2147483753" r:id="rId41"/>
    <p:sldLayoutId id="2147483754" r:id="rId42"/>
    <p:sldLayoutId id="2147483755" r:id="rId43"/>
    <p:sldLayoutId id="2147483756" r:id="rId44"/>
    <p:sldLayoutId id="2147483757" r:id="rId45"/>
    <p:sldLayoutId id="2147483758" r:id="rId46"/>
    <p:sldLayoutId id="2147483759" r:id="rId47"/>
    <p:sldLayoutId id="2147483760" r:id="rId48"/>
    <p:sldLayoutId id="2147483761" r:id="rId49"/>
    <p:sldLayoutId id="2147483762" r:id="rId50"/>
    <p:sldLayoutId id="2147483763"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hyperlink" Target="https://drive.google.com/file/d/1YYIIVv8fcYFiMojEpS4GVBCgdF1NNdZj/view?usp=drive_lin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20"/>
          <p:cNvSpPr txBox="1"/>
          <p:nvPr>
            <p:ph type="ctrTitle"/>
          </p:nvPr>
        </p:nvSpPr>
        <p:spPr>
          <a:xfrm>
            <a:off x="1371600" y="1454950"/>
            <a:ext cx="6400800" cy="1113300"/>
          </a:xfrm>
          <a:prstGeom prst="rect">
            <a:avLst/>
          </a:prstGeom>
        </p:spPr>
        <p:txBody>
          <a:bodyPr anchorCtr="0" anchor="ctr" bIns="0" lIns="0" spcFirstLastPara="1" rIns="0" wrap="square" tIns="0">
            <a:spAutoFit/>
          </a:bodyPr>
          <a:lstStyle/>
          <a:p>
            <a:pPr indent="0" lvl="0" marL="0" rtl="0" algn="l">
              <a:spcBef>
                <a:spcPts val="1000"/>
              </a:spcBef>
              <a:spcAft>
                <a:spcPts val="0"/>
              </a:spcAft>
              <a:buNone/>
            </a:pPr>
            <a:r>
              <a:t/>
            </a:r>
            <a:endParaRPr sz="3200"/>
          </a:p>
          <a:p>
            <a:pPr indent="0" lvl="0" marL="0" rtl="0" algn="l">
              <a:spcBef>
                <a:spcPts val="1000"/>
              </a:spcBef>
              <a:spcAft>
                <a:spcPts val="0"/>
              </a:spcAft>
              <a:buNone/>
            </a:pPr>
            <a:r>
              <a:rPr lang="en" sz="3200"/>
              <a:t>Stay Pro Rewards</a:t>
            </a:r>
            <a:endParaRPr sz="3200"/>
          </a:p>
        </p:txBody>
      </p:sp>
      <p:sp>
        <p:nvSpPr>
          <p:cNvPr id="572" name="Google Shape;572;p120"/>
          <p:cNvSpPr txBox="1"/>
          <p:nvPr>
            <p:ph idx="1" type="subTitle"/>
          </p:nvPr>
        </p:nvSpPr>
        <p:spPr>
          <a:xfrm>
            <a:off x="1371600" y="2657850"/>
            <a:ext cx="6400800" cy="914400"/>
          </a:xfrm>
          <a:prstGeom prst="rect">
            <a:avLst/>
          </a:prstGeom>
        </p:spPr>
        <p:txBody>
          <a:bodyPr anchorCtr="0" anchor="ctr" bIns="0" lIns="0" spcFirstLastPara="1" rIns="0" wrap="square" tIns="0">
            <a:spAutoFit/>
          </a:bodyPr>
          <a:lstStyle/>
          <a:p>
            <a:pPr indent="0" lvl="0" marL="0" rtl="0" algn="l">
              <a:lnSpc>
                <a:spcPct val="115000"/>
              </a:lnSpc>
              <a:spcBef>
                <a:spcPts val="0"/>
              </a:spcBef>
              <a:spcAft>
                <a:spcPts val="0"/>
              </a:spcAft>
              <a:buNone/>
            </a:pPr>
            <a:br>
              <a:rPr lang="en"/>
            </a:br>
            <a:r>
              <a:rPr lang="en"/>
              <a:t>Ritu Bansal</a:t>
            </a:r>
            <a:endParaRPr/>
          </a:p>
          <a:p>
            <a:pPr indent="0" lvl="0" marL="0" rtl="0" algn="l">
              <a:lnSpc>
                <a:spcPct val="115000"/>
              </a:lnSpc>
              <a:spcBef>
                <a:spcPts val="0"/>
              </a:spcBef>
              <a:spcAft>
                <a:spcPts val="0"/>
              </a:spcAft>
              <a:buNone/>
            </a:pPr>
            <a:r>
              <a:rPr lang="en"/>
              <a:t>11/21/2025</a:t>
            </a:r>
            <a:endParaRPr/>
          </a:p>
        </p:txBody>
      </p:sp>
      <p:pic>
        <p:nvPicPr>
          <p:cNvPr id="573" name="Google Shape;573;p120"/>
          <p:cNvPicPr preferRelativeResize="0"/>
          <p:nvPr/>
        </p:nvPicPr>
        <p:blipFill rotWithShape="1">
          <a:blip r:embed="rId3">
            <a:alphaModFix/>
          </a:blip>
          <a:srcRect b="0" l="70249" r="0" t="0"/>
          <a:stretch/>
        </p:blipFill>
        <p:spPr>
          <a:xfrm>
            <a:off x="0" y="0"/>
            <a:ext cx="571501" cy="5143501"/>
          </a:xfrm>
          <a:prstGeom prst="rect">
            <a:avLst/>
          </a:prstGeom>
          <a:noFill/>
          <a:ln>
            <a:noFill/>
          </a:ln>
        </p:spPr>
      </p:pic>
      <p:pic>
        <p:nvPicPr>
          <p:cNvPr id="574" name="Google Shape;574;p120"/>
          <p:cNvPicPr preferRelativeResize="0"/>
          <p:nvPr/>
        </p:nvPicPr>
        <p:blipFill rotWithShape="1">
          <a:blip r:embed="rId3">
            <a:alphaModFix/>
          </a:blip>
          <a:srcRect b="0" l="-11023" r="81272" t="0"/>
          <a:stretch/>
        </p:blipFill>
        <p:spPr>
          <a:xfrm>
            <a:off x="8572501" y="0"/>
            <a:ext cx="571501"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8" name="Shape 578"/>
        <p:cNvGrpSpPr/>
        <p:nvPr/>
      </p:nvGrpSpPr>
      <p:grpSpPr>
        <a:xfrm>
          <a:off x="0" y="0"/>
          <a:ext cx="0" cy="0"/>
          <a:chOff x="0" y="0"/>
          <a:chExt cx="0" cy="0"/>
        </a:xfrm>
      </p:grpSpPr>
      <p:sp>
        <p:nvSpPr>
          <p:cNvPr id="579" name="Google Shape;579;p121"/>
          <p:cNvSpPr/>
          <p:nvPr/>
        </p:nvSpPr>
        <p:spPr>
          <a:xfrm>
            <a:off x="0" y="-50"/>
            <a:ext cx="9144000" cy="6456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pic>
        <p:nvPicPr>
          <p:cNvPr id="580" name="Google Shape;580;p121"/>
          <p:cNvPicPr preferRelativeResize="0"/>
          <p:nvPr/>
        </p:nvPicPr>
        <p:blipFill>
          <a:blip r:embed="rId3">
            <a:alphaModFix/>
          </a:blip>
          <a:stretch>
            <a:fillRect/>
          </a:stretch>
        </p:blipFill>
        <p:spPr>
          <a:xfrm>
            <a:off x="7463512" y="432131"/>
            <a:ext cx="1108987" cy="224725"/>
          </a:xfrm>
          <a:prstGeom prst="rect">
            <a:avLst/>
          </a:prstGeom>
          <a:noFill/>
          <a:ln>
            <a:noFill/>
          </a:ln>
        </p:spPr>
      </p:pic>
      <p:sp>
        <p:nvSpPr>
          <p:cNvPr id="581" name="Google Shape;581;p121"/>
          <p:cNvSpPr txBox="1"/>
          <p:nvPr/>
        </p:nvSpPr>
        <p:spPr>
          <a:xfrm>
            <a:off x="4646100" y="704850"/>
            <a:ext cx="44979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0D6787"/>
                </a:solidFill>
              </a:rPr>
              <a:t>Benefits to Stay N Sleep</a:t>
            </a:r>
            <a:endParaRPr b="1" sz="1200">
              <a:solidFill>
                <a:srgbClr val="0D6787"/>
              </a:solidFill>
            </a:endParaRPr>
          </a:p>
          <a:p>
            <a:pPr indent="-304800" lvl="0" marL="457200" rtl="0" algn="l">
              <a:lnSpc>
                <a:spcPct val="115000"/>
              </a:lnSpc>
              <a:spcBef>
                <a:spcPts val="1200"/>
              </a:spcBef>
              <a:spcAft>
                <a:spcPts val="0"/>
              </a:spcAft>
              <a:buSzPts val="1200"/>
              <a:buChar char="●"/>
            </a:pPr>
            <a:r>
              <a:rPr lang="en" sz="1200"/>
              <a:t>Higher retention and stronger purchase patterns</a:t>
            </a:r>
            <a:endParaRPr sz="1200"/>
          </a:p>
          <a:p>
            <a:pPr indent="-304800" lvl="0" marL="457200" rtl="0" algn="l">
              <a:lnSpc>
                <a:spcPct val="115000"/>
              </a:lnSpc>
              <a:spcBef>
                <a:spcPts val="0"/>
              </a:spcBef>
              <a:spcAft>
                <a:spcPts val="0"/>
              </a:spcAft>
              <a:buSzPts val="1200"/>
              <a:buChar char="●"/>
            </a:pPr>
            <a:r>
              <a:rPr lang="en" sz="1200"/>
              <a:t>Competitive advantage through a more engaging customer experience</a:t>
            </a:r>
            <a:endParaRPr sz="1200"/>
          </a:p>
          <a:p>
            <a:pPr indent="-304800" lvl="0" marL="457200" rtl="0" algn="l">
              <a:lnSpc>
                <a:spcPct val="115000"/>
              </a:lnSpc>
              <a:spcBef>
                <a:spcPts val="0"/>
              </a:spcBef>
              <a:spcAft>
                <a:spcPts val="0"/>
              </a:spcAft>
              <a:buSzPts val="1200"/>
              <a:buChar char="●"/>
            </a:pPr>
            <a:r>
              <a:rPr lang="en" sz="1200"/>
              <a:t>Reduction in customer acquisition costs</a:t>
            </a:r>
            <a:endParaRPr sz="1200"/>
          </a:p>
          <a:p>
            <a:pPr indent="0" lvl="0" marL="0" rtl="0" algn="l">
              <a:lnSpc>
                <a:spcPct val="115000"/>
              </a:lnSpc>
              <a:spcBef>
                <a:spcPts val="1200"/>
              </a:spcBef>
              <a:spcAft>
                <a:spcPts val="0"/>
              </a:spcAft>
              <a:buNone/>
            </a:pPr>
            <a:r>
              <a:rPr b="1" lang="en" sz="1200">
                <a:solidFill>
                  <a:srgbClr val="0D6787"/>
                </a:solidFill>
              </a:rPr>
              <a:t>Implementation &amp; Timeline</a:t>
            </a:r>
            <a:endParaRPr b="1" sz="1200">
              <a:solidFill>
                <a:srgbClr val="0D6787"/>
              </a:solidFill>
            </a:endParaRPr>
          </a:p>
          <a:p>
            <a:pPr indent="-304800" lvl="0" marL="457200" rtl="0" algn="l">
              <a:lnSpc>
                <a:spcPct val="115000"/>
              </a:lnSpc>
              <a:spcBef>
                <a:spcPts val="1200"/>
              </a:spcBef>
              <a:spcAft>
                <a:spcPts val="0"/>
              </a:spcAft>
              <a:buSzPts val="1200"/>
              <a:buChar char="●"/>
            </a:pPr>
            <a:r>
              <a:rPr lang="en" sz="1200"/>
              <a:t>Phase 1: Initial design of program with architectural solution</a:t>
            </a:r>
            <a:endParaRPr sz="1200"/>
          </a:p>
          <a:p>
            <a:pPr indent="-304800" lvl="0" marL="457200" rtl="0" algn="l">
              <a:lnSpc>
                <a:spcPct val="115000"/>
              </a:lnSpc>
              <a:spcBef>
                <a:spcPts val="0"/>
              </a:spcBef>
              <a:spcAft>
                <a:spcPts val="0"/>
              </a:spcAft>
              <a:buSzPts val="1200"/>
              <a:buChar char="●"/>
            </a:pPr>
            <a:r>
              <a:rPr lang="en" sz="1200"/>
              <a:t>Phase 2: Vendor contract finalization, dashboard &amp; notification development and soft launch </a:t>
            </a:r>
            <a:endParaRPr sz="1200"/>
          </a:p>
          <a:p>
            <a:pPr indent="-304800" lvl="0" marL="457200" rtl="0" algn="l">
              <a:lnSpc>
                <a:spcPct val="115000"/>
              </a:lnSpc>
              <a:spcBef>
                <a:spcPts val="0"/>
              </a:spcBef>
              <a:spcAft>
                <a:spcPts val="0"/>
              </a:spcAft>
              <a:buSzPts val="1200"/>
              <a:buChar char="●"/>
            </a:pPr>
            <a:r>
              <a:rPr lang="en" sz="1200"/>
              <a:t>Phase 3: Full launch</a:t>
            </a:r>
            <a:endParaRPr sz="1200"/>
          </a:p>
          <a:p>
            <a:pPr indent="-304800" lvl="0" marL="457200" rtl="0" algn="l">
              <a:lnSpc>
                <a:spcPct val="115000"/>
              </a:lnSpc>
              <a:spcBef>
                <a:spcPts val="0"/>
              </a:spcBef>
              <a:spcAft>
                <a:spcPts val="0"/>
              </a:spcAft>
              <a:buSzPts val="1200"/>
              <a:buChar char="●"/>
            </a:pPr>
            <a:r>
              <a:rPr lang="en" sz="1200"/>
              <a:t>Phase 4: Survey and impact review</a:t>
            </a:r>
            <a:endParaRPr sz="1200"/>
          </a:p>
        </p:txBody>
      </p:sp>
      <p:sp>
        <p:nvSpPr>
          <p:cNvPr id="582" name="Google Shape;582;p121"/>
          <p:cNvSpPr txBox="1"/>
          <p:nvPr/>
        </p:nvSpPr>
        <p:spPr>
          <a:xfrm>
            <a:off x="0" y="704850"/>
            <a:ext cx="4646100" cy="39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rgbClr val="0D6787"/>
                </a:solidFill>
              </a:rPr>
              <a:t>Purpose &amp; Objective</a:t>
            </a:r>
            <a:endParaRPr b="1" sz="1200">
              <a:solidFill>
                <a:srgbClr val="0D6787"/>
              </a:solidFill>
            </a:endParaRPr>
          </a:p>
          <a:p>
            <a:pPr indent="-304800" lvl="0" marL="457200" rtl="0" algn="l">
              <a:lnSpc>
                <a:spcPct val="115000"/>
              </a:lnSpc>
              <a:spcBef>
                <a:spcPts val="1200"/>
              </a:spcBef>
              <a:spcAft>
                <a:spcPts val="0"/>
              </a:spcAft>
              <a:buSzPts val="1200"/>
              <a:buChar char="●"/>
            </a:pPr>
            <a:r>
              <a:rPr lang="en" sz="1200"/>
              <a:t>Strengthen brand loyalty &amp; increase repeat engagement</a:t>
            </a:r>
            <a:endParaRPr sz="1200"/>
          </a:p>
          <a:p>
            <a:pPr indent="-304800" lvl="0" marL="457200" rtl="0" algn="l">
              <a:lnSpc>
                <a:spcPct val="115000"/>
              </a:lnSpc>
              <a:spcBef>
                <a:spcPts val="0"/>
              </a:spcBef>
              <a:spcAft>
                <a:spcPts val="0"/>
              </a:spcAft>
              <a:buSzPts val="1200"/>
              <a:buChar char="●"/>
            </a:pPr>
            <a:r>
              <a:rPr lang="en" sz="1200"/>
              <a:t>Create a unified company initiative that enhances the brand experience</a:t>
            </a:r>
            <a:endParaRPr sz="1200"/>
          </a:p>
          <a:p>
            <a:pPr indent="0" lvl="0" marL="0" rtl="0" algn="l">
              <a:lnSpc>
                <a:spcPct val="115000"/>
              </a:lnSpc>
              <a:spcBef>
                <a:spcPts val="1200"/>
              </a:spcBef>
              <a:spcAft>
                <a:spcPts val="0"/>
              </a:spcAft>
              <a:buNone/>
            </a:pPr>
            <a:r>
              <a:rPr b="1" lang="en" sz="1200">
                <a:solidFill>
                  <a:srgbClr val="0D6787"/>
                </a:solidFill>
              </a:rPr>
              <a:t>Program Overview</a:t>
            </a:r>
            <a:endParaRPr b="1" sz="1200">
              <a:solidFill>
                <a:srgbClr val="0D6787"/>
              </a:solidFill>
            </a:endParaRPr>
          </a:p>
          <a:p>
            <a:pPr indent="-304800" lvl="0" marL="457200" rtl="0" algn="l">
              <a:lnSpc>
                <a:spcPct val="115000"/>
              </a:lnSpc>
              <a:spcBef>
                <a:spcPts val="1200"/>
              </a:spcBef>
              <a:spcAft>
                <a:spcPts val="0"/>
              </a:spcAft>
              <a:buSzPts val="1200"/>
              <a:buChar char="●"/>
            </a:pPr>
            <a:r>
              <a:rPr lang="en" sz="1200"/>
              <a:t>Points based program with bespoke/tailored benefits based on spend</a:t>
            </a:r>
            <a:endParaRPr sz="1200"/>
          </a:p>
          <a:p>
            <a:pPr indent="-304800" lvl="0" marL="457200" rtl="0" algn="l">
              <a:lnSpc>
                <a:spcPct val="115000"/>
              </a:lnSpc>
              <a:spcBef>
                <a:spcPts val="0"/>
              </a:spcBef>
              <a:spcAft>
                <a:spcPts val="0"/>
              </a:spcAft>
              <a:buSzPts val="1200"/>
              <a:buChar char="●"/>
            </a:pPr>
            <a:r>
              <a:rPr lang="en" sz="1200"/>
              <a:t>Benefits designed to motivate ongoing customer interaction</a:t>
            </a:r>
            <a:endParaRPr sz="1200"/>
          </a:p>
          <a:p>
            <a:pPr indent="-304800" lvl="0" marL="457200" rtl="0" algn="l">
              <a:lnSpc>
                <a:spcPct val="115000"/>
              </a:lnSpc>
              <a:spcBef>
                <a:spcPts val="0"/>
              </a:spcBef>
              <a:spcAft>
                <a:spcPts val="0"/>
              </a:spcAft>
              <a:buSzPts val="1200"/>
              <a:buChar char="●"/>
            </a:pPr>
            <a:r>
              <a:rPr lang="en" sz="1200"/>
              <a:t>Targeted to small business owners who can utilize benefits for further savings</a:t>
            </a:r>
            <a:endParaRPr sz="1200"/>
          </a:p>
          <a:p>
            <a:pPr indent="-304800" lvl="0" marL="457200" rtl="0" algn="l">
              <a:lnSpc>
                <a:spcPct val="115000"/>
              </a:lnSpc>
              <a:spcBef>
                <a:spcPts val="0"/>
              </a:spcBef>
              <a:spcAft>
                <a:spcPts val="0"/>
              </a:spcAft>
              <a:buSzPts val="1200"/>
              <a:buChar char="●"/>
            </a:pPr>
            <a:r>
              <a:rPr lang="en" sz="1200"/>
              <a:t>Rewards include discounts and personalized offers</a:t>
            </a:r>
            <a:endParaRPr sz="1200"/>
          </a:p>
          <a:p>
            <a:pPr indent="0" lvl="0" marL="0" rtl="0" algn="l">
              <a:lnSpc>
                <a:spcPct val="115000"/>
              </a:lnSpc>
              <a:spcBef>
                <a:spcPts val="1200"/>
              </a:spcBef>
              <a:spcAft>
                <a:spcPts val="0"/>
              </a:spcAft>
              <a:buNone/>
            </a:pPr>
            <a:r>
              <a:rPr b="1" lang="en" sz="1200">
                <a:solidFill>
                  <a:srgbClr val="0D6787"/>
                </a:solidFill>
              </a:rPr>
              <a:t>What this means for our teams</a:t>
            </a:r>
            <a:endParaRPr b="1" sz="1200">
              <a:solidFill>
                <a:srgbClr val="0D6787"/>
              </a:solidFill>
            </a:endParaRPr>
          </a:p>
          <a:p>
            <a:pPr indent="-304800" lvl="0" marL="457200" rtl="0" algn="l">
              <a:lnSpc>
                <a:spcPct val="115000"/>
              </a:lnSpc>
              <a:spcBef>
                <a:spcPts val="1200"/>
              </a:spcBef>
              <a:spcAft>
                <a:spcPts val="0"/>
              </a:spcAft>
              <a:buSzPts val="1200"/>
              <a:buChar char="●"/>
            </a:pPr>
            <a:r>
              <a:rPr lang="en" sz="1200"/>
              <a:t>A new tool to deepen customer relationships</a:t>
            </a:r>
            <a:endParaRPr sz="1200"/>
          </a:p>
          <a:p>
            <a:pPr indent="-304800" lvl="0" marL="457200" rtl="0" algn="l">
              <a:lnSpc>
                <a:spcPct val="115000"/>
              </a:lnSpc>
              <a:spcBef>
                <a:spcPts val="0"/>
              </a:spcBef>
              <a:spcAft>
                <a:spcPts val="0"/>
              </a:spcAft>
              <a:buSzPts val="1200"/>
              <a:buChar char="●"/>
            </a:pPr>
            <a:r>
              <a:rPr lang="en" sz="1200"/>
              <a:t>Clear opportunities to deliver differentiated service</a:t>
            </a:r>
            <a:endParaRPr sz="1200"/>
          </a:p>
        </p:txBody>
      </p:sp>
      <p:sp>
        <p:nvSpPr>
          <p:cNvPr id="583" name="Google Shape;583;p121"/>
          <p:cNvSpPr txBox="1"/>
          <p:nvPr/>
        </p:nvSpPr>
        <p:spPr>
          <a:xfrm>
            <a:off x="158725" y="137500"/>
            <a:ext cx="5895000" cy="3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D6787"/>
                </a:solidFill>
                <a:latin typeface="Lato"/>
                <a:ea typeface="Lato"/>
                <a:cs typeface="Lato"/>
                <a:sym typeface="Lato"/>
              </a:rPr>
              <a:t>Executive Summary: Stay Pro Rewards</a:t>
            </a:r>
            <a:endParaRPr b="1" sz="2200">
              <a:solidFill>
                <a:srgbClr val="0D6787"/>
              </a:solidFill>
              <a:latin typeface="Lato"/>
              <a:ea typeface="Lato"/>
              <a:cs typeface="Lato"/>
              <a:sym typeface="Lato"/>
            </a:endParaRPr>
          </a:p>
        </p:txBody>
      </p:sp>
      <p:pic>
        <p:nvPicPr>
          <p:cNvPr id="584" name="Google Shape;584;p121"/>
          <p:cNvPicPr preferRelativeResize="0"/>
          <p:nvPr/>
        </p:nvPicPr>
        <p:blipFill>
          <a:blip r:embed="rId4">
            <a:alphaModFix/>
          </a:blip>
          <a:stretch>
            <a:fillRect/>
          </a:stretch>
        </p:blipFill>
        <p:spPr>
          <a:xfrm>
            <a:off x="7601743" y="0"/>
            <a:ext cx="834713" cy="432125"/>
          </a:xfrm>
          <a:prstGeom prst="rect">
            <a:avLst/>
          </a:prstGeom>
          <a:solidFill>
            <a:schemeClr val="accent1"/>
          </a:solidFill>
          <a:ln cap="flat" cmpd="sng" w="9525">
            <a:solidFill>
              <a:schemeClr val="accent1"/>
            </a:solidFill>
            <a:prstDash val="solid"/>
            <a:round/>
            <a:headEnd len="sm" w="sm" type="none"/>
            <a:tailEnd len="sm" w="sm" type="none"/>
          </a:ln>
        </p:spPr>
      </p:pic>
      <p:sp>
        <p:nvSpPr>
          <p:cNvPr id="585" name="Google Shape;585;p121"/>
          <p:cNvSpPr txBox="1"/>
          <p:nvPr/>
        </p:nvSpPr>
        <p:spPr>
          <a:xfrm>
            <a:off x="5357100" y="4235850"/>
            <a:ext cx="321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latin typeface="Poppins"/>
                <a:ea typeface="Poppins"/>
                <a:cs typeface="Poppins"/>
                <a:sym typeface="Poppins"/>
                <a:hlinkClick r:id="rId5"/>
              </a:rPr>
              <a:t>Link to Product Requirements Document</a:t>
            </a:r>
            <a:endParaRPr sz="1000">
              <a:solidFill>
                <a:schemeClr val="lt2"/>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22"/>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Who We Serve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123"/>
          <p:cNvPicPr preferRelativeResize="0"/>
          <p:nvPr/>
        </p:nvPicPr>
        <p:blipFill>
          <a:blip r:embed="rId3">
            <a:alphaModFix/>
          </a:blip>
          <a:stretch>
            <a:fillRect/>
          </a:stretch>
        </p:blipFill>
        <p:spPr>
          <a:xfrm>
            <a:off x="404849" y="422750"/>
            <a:ext cx="2060050" cy="2206150"/>
          </a:xfrm>
          <a:prstGeom prst="rect">
            <a:avLst/>
          </a:prstGeom>
          <a:noFill/>
          <a:ln>
            <a:noFill/>
          </a:ln>
        </p:spPr>
      </p:pic>
      <p:graphicFrame>
        <p:nvGraphicFramePr>
          <p:cNvPr id="596" name="Google Shape;596;p123"/>
          <p:cNvGraphicFramePr/>
          <p:nvPr/>
        </p:nvGraphicFramePr>
        <p:xfrm>
          <a:off x="185500" y="-4712"/>
          <a:ext cx="3000000" cy="3000000"/>
        </p:xfrm>
        <a:graphic>
          <a:graphicData uri="http://schemas.openxmlformats.org/drawingml/2006/table">
            <a:tbl>
              <a:tblPr>
                <a:noFill/>
                <a:tableStyleId>{FE5CE38A-1EC4-4789-AD87-A85502DB4A91}</a:tableStyleId>
              </a:tblPr>
              <a:tblGrid>
                <a:gridCol w="2312500"/>
                <a:gridCol w="3766100"/>
                <a:gridCol w="2994975"/>
              </a:tblGrid>
              <a:tr h="2373250">
                <a:tc>
                  <a:txBody>
                    <a:bodyPr/>
                    <a:lstStyle/>
                    <a:p>
                      <a:pPr indent="0" lvl="0" marL="0" rtl="0" algn="ctr">
                        <a:lnSpc>
                          <a:spcPct val="115000"/>
                        </a:lnSpc>
                        <a:spcBef>
                          <a:spcPts val="0"/>
                        </a:spcBef>
                        <a:spcAft>
                          <a:spcPts val="0"/>
                        </a:spcAft>
                        <a:buNone/>
                      </a:pPr>
                      <a:r>
                        <a:t/>
                      </a:r>
                      <a:endParaRPr sz="1000">
                        <a:solidFill>
                          <a:srgbClr val="0F243E"/>
                        </a:solidFill>
                        <a:latin typeface="Merriweather Sans"/>
                        <a:ea typeface="Merriweather Sans"/>
                        <a:cs typeface="Merriweather Sans"/>
                        <a:sym typeface="Merriweather Sans"/>
                      </a:endParaRPr>
                    </a:p>
                  </a:txBody>
                  <a:tcPr marT="25400" marB="25400" marR="25400" marL="25400" anchor="ctr">
                    <a:lnL cap="flat" cmpd="sng" w="10575">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tcPr>
                </a:tc>
                <a:tc gridSpan="2">
                  <a:txBody>
                    <a:bodyPr/>
                    <a:lstStyle/>
                    <a:p>
                      <a:pPr indent="0" lvl="0" marL="0" rtl="0" algn="l">
                        <a:lnSpc>
                          <a:spcPct val="115000"/>
                        </a:lnSpc>
                        <a:spcBef>
                          <a:spcPts val="0"/>
                        </a:spcBef>
                        <a:spcAft>
                          <a:spcPts val="0"/>
                        </a:spcAft>
                        <a:buNone/>
                      </a:pPr>
                      <a:r>
                        <a:t/>
                      </a:r>
                      <a:endParaRPr b="1" sz="1300">
                        <a:solidFill>
                          <a:srgbClr val="0F243E"/>
                        </a:solidFill>
                        <a:latin typeface="Poppins"/>
                        <a:ea typeface="Poppins"/>
                        <a:cs typeface="Poppins"/>
                        <a:sym typeface="Poppins"/>
                      </a:endParaRPr>
                    </a:p>
                    <a:p>
                      <a:pPr indent="0" lvl="0" marL="0" rtl="0" algn="l">
                        <a:lnSpc>
                          <a:spcPct val="115000"/>
                        </a:lnSpc>
                        <a:spcBef>
                          <a:spcPts val="0"/>
                        </a:spcBef>
                        <a:spcAft>
                          <a:spcPts val="0"/>
                        </a:spcAft>
                        <a:buNone/>
                      </a:pPr>
                      <a:r>
                        <a:rPr b="1" lang="en" sz="1300">
                          <a:solidFill>
                            <a:srgbClr val="0F243E"/>
                          </a:solidFill>
                          <a:latin typeface="Poppins"/>
                          <a:ea typeface="Poppins"/>
                          <a:cs typeface="Poppins"/>
                          <a:sym typeface="Poppins"/>
                        </a:rPr>
                        <a:t>Alice Brooks</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Community-Centered, Ambitious, Budget-Conscious, Creative</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ABOUT</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Alice  owns a neighborhood coffee shop and a small-batch roasting business. She travels regularly to source beans, attend coffee expos, collaborate with local vendors, and host pop-up coffee tastings in new cities.</a:t>
                      </a:r>
                      <a:br>
                        <a:rPr lang="en" sz="800">
                          <a:solidFill>
                            <a:srgbClr val="0F243E"/>
                          </a:solidFill>
                          <a:latin typeface="Lato"/>
                          <a:ea typeface="Lato"/>
                          <a:cs typeface="Lato"/>
                          <a:sym typeface="Lato"/>
                        </a:rPr>
                      </a:br>
                      <a:r>
                        <a:rPr lang="en" sz="800">
                          <a:solidFill>
                            <a:srgbClr val="0F243E"/>
                          </a:solidFill>
                          <a:latin typeface="Lato"/>
                          <a:ea typeface="Lato"/>
                          <a:cs typeface="Lato"/>
                          <a:sym typeface="Lato"/>
                        </a:rPr>
                        <a:t> Because her business blends retail, hospitality, and community building, she often needs flexible spaces where she can </a:t>
                      </a:r>
                      <a:r>
                        <a:rPr b="1" lang="en" sz="800">
                          <a:solidFill>
                            <a:srgbClr val="0F243E"/>
                          </a:solidFill>
                          <a:latin typeface="Lato"/>
                          <a:ea typeface="Lato"/>
                          <a:cs typeface="Lato"/>
                          <a:sym typeface="Lato"/>
                        </a:rPr>
                        <a:t>stay</a:t>
                      </a:r>
                      <a:r>
                        <a:rPr lang="en" sz="800">
                          <a:solidFill>
                            <a:srgbClr val="0F243E"/>
                          </a:solidFill>
                          <a:latin typeface="Lato"/>
                          <a:ea typeface="Lato"/>
                          <a:cs typeface="Lato"/>
                          <a:sym typeface="Lato"/>
                        </a:rPr>
                        <a:t>, </a:t>
                      </a:r>
                      <a:r>
                        <a:rPr b="1" lang="en" sz="800">
                          <a:solidFill>
                            <a:srgbClr val="0F243E"/>
                          </a:solidFill>
                          <a:latin typeface="Lato"/>
                          <a:ea typeface="Lato"/>
                          <a:cs typeface="Lato"/>
                          <a:sym typeface="Lato"/>
                        </a:rPr>
                        <a:t>work</a:t>
                      </a:r>
                      <a:r>
                        <a:rPr lang="en" sz="800">
                          <a:solidFill>
                            <a:srgbClr val="0F243E"/>
                          </a:solidFill>
                          <a:latin typeface="Lato"/>
                          <a:ea typeface="Lato"/>
                          <a:cs typeface="Lato"/>
                          <a:sym typeface="Lato"/>
                        </a:rPr>
                        <a:t>, and </a:t>
                      </a:r>
                      <a:r>
                        <a:rPr b="1" lang="en" sz="800">
                          <a:solidFill>
                            <a:srgbClr val="0F243E"/>
                          </a:solidFill>
                          <a:latin typeface="Lato"/>
                          <a:ea typeface="Lato"/>
                          <a:cs typeface="Lato"/>
                          <a:sym typeface="Lato"/>
                        </a:rPr>
                        <a:t>host small gatherings</a:t>
                      </a:r>
                      <a:r>
                        <a:rPr lang="en" sz="800">
                          <a:solidFill>
                            <a:srgbClr val="0F243E"/>
                          </a:solidFill>
                          <a:latin typeface="Lato"/>
                          <a:ea typeface="Lato"/>
                          <a:cs typeface="Lato"/>
                          <a:sym typeface="Lato"/>
                        </a:rPr>
                        <a:t> — all in one booking.</a:t>
                      </a:r>
                      <a:endParaRPr sz="800">
                        <a:solidFill>
                          <a:srgbClr val="0F243E"/>
                        </a:solidFill>
                        <a:latin typeface="Lato"/>
                        <a:ea typeface="Lato"/>
                        <a:cs typeface="Lato"/>
                        <a:sym typeface="Lato"/>
                      </a:endParaRPr>
                    </a:p>
                    <a:p>
                      <a:pPr indent="0" lvl="0" marL="0" rtl="0" algn="l">
                        <a:lnSpc>
                          <a:spcPct val="115000"/>
                        </a:lnSpc>
                        <a:spcBef>
                          <a:spcPts val="1200"/>
                        </a:spcBef>
                        <a:spcAft>
                          <a:spcPts val="1200"/>
                        </a:spcAft>
                        <a:buNone/>
                      </a:pPr>
                      <a:r>
                        <a:rPr lang="en" sz="800">
                          <a:solidFill>
                            <a:srgbClr val="0F243E"/>
                          </a:solidFill>
                          <a:latin typeface="Lato"/>
                          <a:ea typeface="Lato"/>
                          <a:cs typeface="Lato"/>
                          <a:sym typeface="Lato"/>
                        </a:rPr>
                        <a:t>Traditional hotels and meeting spaces feel stiff, overpriced, and not aligned with her brand vibe. Stay N’ Sleep gives her warm, functional spaces she can customize for tastings, small workshops, or mini team sessions.</a:t>
                      </a:r>
                      <a:endParaRPr sz="800">
                        <a:solidFill>
                          <a:srgbClr val="0F243E"/>
                        </a:solidFill>
                        <a:latin typeface="Lato"/>
                        <a:ea typeface="Lato"/>
                        <a:cs typeface="Lato"/>
                        <a:sym typeface="Lato"/>
                      </a:endParaRPr>
                    </a:p>
                  </a:txBody>
                  <a:tcPr marT="182875" marB="182875" marR="182875" marL="182875" anchor="ctr">
                    <a:lnL cap="flat" cmpd="sng" w="12700">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2700">
                      <a:solidFill>
                        <a:srgbClr val="FFFFFF"/>
                      </a:solidFill>
                      <a:prstDash val="dot"/>
                      <a:round/>
                      <a:headEnd len="sm" w="sm" type="none"/>
                      <a:tailEnd len="sm" w="sm" type="none"/>
                    </a:lnT>
                    <a:lnB cap="flat" cmpd="sng" w="12700">
                      <a:solidFill>
                        <a:srgbClr val="D8DEE5"/>
                      </a:solidFill>
                      <a:prstDash val="dot"/>
                      <a:round/>
                      <a:headEnd len="sm" w="sm" type="none"/>
                      <a:tailEnd len="sm" w="sm" type="none"/>
                    </a:lnB>
                  </a:tcPr>
                </a:tc>
                <a:tc hMerge="1"/>
              </a:tr>
              <a:tr h="1172700">
                <a:tc rowSpan="2">
                  <a:txBody>
                    <a:bodyPr/>
                    <a:lstStyle/>
                    <a:p>
                      <a:pPr indent="0" lvl="0" marL="57150" marR="85725" rtl="0" algn="l">
                        <a:lnSpc>
                          <a:spcPct val="115000"/>
                        </a:lnSpc>
                        <a:spcBef>
                          <a:spcPts val="0"/>
                        </a:spcBef>
                        <a:spcAft>
                          <a:spcPts val="0"/>
                        </a:spcAft>
                        <a:buNone/>
                      </a:pPr>
                      <a:r>
                        <a:rPr b="1" i="1" lang="en" sz="1000">
                          <a:solidFill>
                            <a:srgbClr val="0F243E"/>
                          </a:solidFill>
                          <a:latin typeface="Lato"/>
                          <a:ea typeface="Lato"/>
                          <a:cs typeface="Lato"/>
                          <a:sym typeface="Lato"/>
                        </a:rPr>
                        <a:t>“I need spaces where I can brew, connect, and rest — all in one place, without juggling multiple bookings or breaking the budget.”</a:t>
                      </a:r>
                      <a:endParaRPr b="1" i="1" sz="10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b="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DEMOGRAPHIC DATA</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Age: </a:t>
                      </a:r>
                      <a:r>
                        <a:rPr lang="en" sz="900">
                          <a:solidFill>
                            <a:srgbClr val="0F243E"/>
                          </a:solidFill>
                          <a:latin typeface="Lato"/>
                          <a:ea typeface="Lato"/>
                          <a:cs typeface="Lato"/>
                          <a:sym typeface="Lato"/>
                        </a:rPr>
                        <a:t>34</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Work: Coffee Shop Owner + Roaster</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Civil Status</a:t>
                      </a:r>
                      <a:r>
                        <a:rPr lang="en" sz="900">
                          <a:solidFill>
                            <a:srgbClr val="0F243E"/>
                          </a:solidFill>
                          <a:latin typeface="Lato"/>
                          <a:ea typeface="Lato"/>
                          <a:cs typeface="Lato"/>
                          <a:sym typeface="Lato"/>
                        </a:rPr>
                        <a:t>: Married</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Location: Portland, WA</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Character:</a:t>
                      </a:r>
                      <a:r>
                        <a:rPr lang="en" sz="900">
                          <a:solidFill>
                            <a:srgbClr val="0F243E"/>
                          </a:solidFill>
                          <a:latin typeface="Lato"/>
                          <a:ea typeface="Lato"/>
                          <a:cs typeface="Lato"/>
                          <a:sym typeface="Lato"/>
                        </a:rPr>
                        <a:t> Creator &amp; Community Builder</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i="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FAVORITE BRANDS</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lang="en" sz="900">
                          <a:solidFill>
                            <a:srgbClr val="0F243E"/>
                          </a:solidFill>
                          <a:latin typeface="Lato"/>
                          <a:ea typeface="Lato"/>
                          <a:cs typeface="Lato"/>
                          <a:sym typeface="Lato"/>
                        </a:rPr>
                        <a:t>Blue Bottle, Fellow, Square, Shopify, Patagonia, Lyft</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sz="900">
                        <a:solidFill>
                          <a:srgbClr val="0F243E"/>
                        </a:solidFill>
                        <a:latin typeface="Lato"/>
                        <a:ea typeface="Lato"/>
                        <a:cs typeface="Lato"/>
                        <a:sym typeface="Lato"/>
                      </a:endParaRPr>
                    </a:p>
                  </a:txBody>
                  <a:tcPr marT="0" marB="0" marR="0" marL="0" anchor="ctr">
                    <a:lnL cap="flat" cmpd="sng" w="10575">
                      <a:solidFill>
                        <a:srgbClr val="FFFFFF"/>
                      </a:solidFill>
                      <a:prstDash val="dot"/>
                      <a:round/>
                      <a:headEnd len="sm" w="sm" type="none"/>
                      <a:tailEnd len="sm" w="sm" type="none"/>
                    </a:lnL>
                    <a:lnR cap="flat" cmpd="sng" w="38100">
                      <a:solidFill>
                        <a:srgbClr val="FFFFFF"/>
                      </a:solidFill>
                      <a:prstDash val="solid"/>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solidFill>
                      <a:srgbClr val="F6F9FD"/>
                    </a:solidFill>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GOALS</a:t>
                      </a:r>
                      <a:endParaRPr b="1" sz="900">
                        <a:solidFill>
                          <a:srgbClr val="0F243E"/>
                        </a:solidFill>
                        <a:latin typeface="Poppins"/>
                        <a:ea typeface="Poppins"/>
                        <a:cs typeface="Poppins"/>
                        <a:sym typeface="Poppi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Find flexible accommodations for business travel and hosting tastings/workshops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Keep expenses predictable and within budget</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Earn rewards that support her small business (groceries, ride credits, event supplies)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Build deeper relationships with suppliers and local communities</a:t>
                      </a: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NEEDS</a:t>
                      </a:r>
                      <a:endParaRPr sz="900">
                        <a:solidFill>
                          <a:srgbClr val="0F243E"/>
                        </a:solidFill>
                        <a:latin typeface="Merriweather Sans"/>
                        <a:ea typeface="Merriweather Sans"/>
                        <a:cs typeface="Merriweather Sans"/>
                        <a:sym typeface="Merriweather Sans"/>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Multi-purpose spaces with open layout, good lighting, and kitchen access</a:t>
                      </a:r>
                      <a:endParaRPr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Fast and easy booking</a:t>
                      </a:r>
                      <a:endParaRPr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Rewards relevant to running a small business</a:t>
                      </a:r>
                      <a:endParaRPr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Transparent pricing with no surprises</a:t>
                      </a:r>
                      <a:endParaRPr sz="800">
                        <a:solidFill>
                          <a:srgbClr val="0F243E"/>
                        </a:solidFill>
                        <a:latin typeface="Lato"/>
                        <a:ea typeface="Lato"/>
                        <a:cs typeface="Lato"/>
                        <a:sym typeface="Lato"/>
                      </a:endParaRPr>
                    </a:p>
                    <a:p>
                      <a:pPr indent="0" lvl="0" marL="457200" rtl="0" algn="l">
                        <a:lnSpc>
                          <a:spcPct val="115000"/>
                        </a:lnSpc>
                        <a:spcBef>
                          <a:spcPts val="0"/>
                        </a:spcBef>
                        <a:spcAft>
                          <a:spcPts val="0"/>
                        </a:spcAft>
                        <a:buNone/>
                      </a:pPr>
                      <a:r>
                        <a:t/>
                      </a:r>
                      <a:endParaRPr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r h="1518175">
                <a:tc vMerge="1"/>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PAIN POINTS</a:t>
                      </a:r>
                      <a:endParaRPr b="1" sz="900">
                        <a:solidFill>
                          <a:srgbClr val="0F243E"/>
                        </a:solidFill>
                        <a:latin typeface="Poppins"/>
                        <a:ea typeface="Poppins"/>
                        <a:cs typeface="Poppins"/>
                        <a:sym typeface="Poppins"/>
                      </a:endParaRPr>
                    </a:p>
                    <a:p>
                      <a:pPr indent="-298450" lvl="0" marL="457200" rtl="0" algn="l">
                        <a:lnSpc>
                          <a:spcPct val="115000"/>
                        </a:lnSpc>
                        <a:spcBef>
                          <a:spcPts val="1200"/>
                        </a:spcBef>
                        <a:spcAft>
                          <a:spcPts val="0"/>
                        </a:spcAft>
                        <a:buClr>
                          <a:srgbClr val="1CD2AD"/>
                        </a:buClr>
                        <a:buSzPts val="1100"/>
                        <a:buChar char="●"/>
                      </a:pPr>
                      <a:r>
                        <a:rPr lang="en" sz="800">
                          <a:solidFill>
                            <a:srgbClr val="0F243E"/>
                          </a:solidFill>
                          <a:latin typeface="Lato"/>
                          <a:ea typeface="Lato"/>
                          <a:cs typeface="Lato"/>
                          <a:sym typeface="Lato"/>
                        </a:rPr>
                        <a:t>Hotels lack functional areas for tastings or meetings</a:t>
                      </a:r>
                      <a:endParaRPr sz="800">
                        <a:solidFill>
                          <a:srgbClr val="0F243E"/>
                        </a:solidFill>
                        <a:latin typeface="Lato"/>
                        <a:ea typeface="Lato"/>
                        <a:cs typeface="Lato"/>
                        <a:sym typeface="Lato"/>
                      </a:endParaRPr>
                    </a:p>
                    <a:p>
                      <a:pPr indent="-298450" lvl="0" marL="457200" rtl="0" algn="l">
                        <a:lnSpc>
                          <a:spcPct val="115000"/>
                        </a:lnSpc>
                        <a:spcBef>
                          <a:spcPts val="0"/>
                        </a:spcBef>
                        <a:spcAft>
                          <a:spcPts val="0"/>
                        </a:spcAft>
                        <a:buClr>
                          <a:srgbClr val="1CD2AD"/>
                        </a:buClr>
                        <a:buSzPts val="1100"/>
                        <a:buChar char="●"/>
                      </a:pPr>
                      <a:r>
                        <a:rPr lang="en" sz="800">
                          <a:solidFill>
                            <a:srgbClr val="0F243E"/>
                          </a:solidFill>
                          <a:latin typeface="Lato"/>
                          <a:ea typeface="Lato"/>
                          <a:cs typeface="Lato"/>
                          <a:sym typeface="Lato"/>
                        </a:rPr>
                        <a:t>Renting event spaces is expensive and inconvenient</a:t>
                      </a:r>
                      <a:endParaRPr sz="800">
                        <a:solidFill>
                          <a:srgbClr val="0F243E"/>
                        </a:solidFill>
                        <a:latin typeface="Lato"/>
                        <a:ea typeface="Lato"/>
                        <a:cs typeface="Lato"/>
                        <a:sym typeface="Lato"/>
                      </a:endParaRPr>
                    </a:p>
                    <a:p>
                      <a:pPr indent="-298450" lvl="0" marL="457200" rtl="0" algn="l">
                        <a:lnSpc>
                          <a:spcPct val="115000"/>
                        </a:lnSpc>
                        <a:spcBef>
                          <a:spcPts val="0"/>
                        </a:spcBef>
                        <a:spcAft>
                          <a:spcPts val="0"/>
                        </a:spcAft>
                        <a:buClr>
                          <a:srgbClr val="1CD2AD"/>
                        </a:buClr>
                        <a:buSzPts val="1100"/>
                        <a:buChar char="●"/>
                      </a:pPr>
                      <a:r>
                        <a:rPr lang="en" sz="800">
                          <a:solidFill>
                            <a:srgbClr val="0F243E"/>
                          </a:solidFill>
                          <a:latin typeface="Lato"/>
                          <a:ea typeface="Lato"/>
                          <a:cs typeface="Lato"/>
                          <a:sym typeface="Lato"/>
                        </a:rPr>
                        <a:t>Hard to find stays that align with her creative, community-driven brand</a:t>
                      </a:r>
                      <a:endParaRPr sz="800">
                        <a:solidFill>
                          <a:srgbClr val="0F243E"/>
                        </a:solidFill>
                        <a:latin typeface="Lato"/>
                        <a:ea typeface="Lato"/>
                        <a:cs typeface="Lato"/>
                        <a:sym typeface="Lato"/>
                      </a:endParaRPr>
                    </a:p>
                    <a:p>
                      <a:pPr indent="-298450" lvl="0" marL="457200" rtl="0" algn="l">
                        <a:lnSpc>
                          <a:spcPct val="115000"/>
                        </a:lnSpc>
                        <a:spcBef>
                          <a:spcPts val="0"/>
                        </a:spcBef>
                        <a:spcAft>
                          <a:spcPts val="0"/>
                        </a:spcAft>
                        <a:buClr>
                          <a:srgbClr val="1CD2AD"/>
                        </a:buClr>
                        <a:buSzPts val="1100"/>
                        <a:buChar char="●"/>
                      </a:pPr>
                      <a:r>
                        <a:rPr lang="en" sz="800">
                          <a:solidFill>
                            <a:srgbClr val="0F243E"/>
                          </a:solidFill>
                          <a:latin typeface="Lato"/>
                          <a:ea typeface="Lato"/>
                          <a:cs typeface="Lato"/>
                          <a:sym typeface="Lato"/>
                        </a:rPr>
                        <a:t>Loyalty programs rarely offer practical, business-friendly rewards</a:t>
                      </a: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PREFERRED CHANNELS</a:t>
                      </a:r>
                      <a:endParaRPr b="1" sz="900">
                        <a:solidFill>
                          <a:srgbClr val="0F243E"/>
                        </a:solidFill>
                        <a:latin typeface="Merriweather Sans"/>
                        <a:ea typeface="Merriweather Sans"/>
                        <a:cs typeface="Merriweather Sans"/>
                        <a:sym typeface="Merriweather Sans"/>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Referral/Word of Mouth 50%</a:t>
                      </a:r>
                      <a:endParaRPr b="1"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 Email/App Notifications 30%</a:t>
                      </a:r>
                      <a:endParaRPr b="1"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Social Media/Professional Networks 10%</a:t>
                      </a:r>
                      <a:endParaRPr b="1" sz="800">
                        <a:solidFill>
                          <a:srgbClr val="0F243E"/>
                        </a:solidFill>
                        <a:latin typeface="Lato"/>
                        <a:ea typeface="Lato"/>
                        <a:cs typeface="Lato"/>
                        <a:sym typeface="Lato"/>
                      </a:endParaRPr>
                    </a:p>
                    <a:p>
                      <a:pPr indent="-165100" lvl="0" marL="17145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Targeted Partnerships 10%</a:t>
                      </a:r>
                      <a:endParaRPr b="1"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bl>
          </a:graphicData>
        </a:graphic>
      </p:graphicFrame>
      <p:sp>
        <p:nvSpPr>
          <p:cNvPr id="597" name="Google Shape;597;p123"/>
          <p:cNvSpPr txBox="1"/>
          <p:nvPr/>
        </p:nvSpPr>
        <p:spPr>
          <a:xfrm>
            <a:off x="265125" y="0"/>
            <a:ext cx="4401900" cy="11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Personas</a:t>
            </a:r>
            <a:endParaRPr b="1" sz="900">
              <a:solidFill>
                <a:srgbClr val="85859F"/>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124"/>
          <p:cNvPicPr preferRelativeResize="0"/>
          <p:nvPr/>
        </p:nvPicPr>
        <p:blipFill rotWithShape="1">
          <a:blip r:embed="rId3">
            <a:alphaModFix/>
          </a:blip>
          <a:srcRect b="0" l="16667" r="16667" t="0"/>
          <a:stretch/>
        </p:blipFill>
        <p:spPr>
          <a:xfrm>
            <a:off x="335600" y="113500"/>
            <a:ext cx="1623050" cy="1623050"/>
          </a:xfrm>
          <a:prstGeom prst="rect">
            <a:avLst/>
          </a:prstGeom>
          <a:noFill/>
          <a:ln>
            <a:noFill/>
          </a:ln>
        </p:spPr>
      </p:pic>
      <p:graphicFrame>
        <p:nvGraphicFramePr>
          <p:cNvPr id="603" name="Google Shape;603;p124"/>
          <p:cNvGraphicFramePr/>
          <p:nvPr/>
        </p:nvGraphicFramePr>
        <p:xfrm>
          <a:off x="247763" y="113488"/>
          <a:ext cx="3000000" cy="3000000"/>
        </p:xfrm>
        <a:graphic>
          <a:graphicData uri="http://schemas.openxmlformats.org/drawingml/2006/table">
            <a:tbl>
              <a:tblPr>
                <a:noFill/>
                <a:tableStyleId>{FE5CE38A-1EC4-4789-AD87-A85502DB4A91}</a:tableStyleId>
              </a:tblPr>
              <a:tblGrid>
                <a:gridCol w="1762425"/>
                <a:gridCol w="3428725"/>
                <a:gridCol w="3705075"/>
              </a:tblGrid>
              <a:tr h="1623050">
                <a:tc>
                  <a:txBody>
                    <a:bodyPr/>
                    <a:lstStyle/>
                    <a:p>
                      <a:pPr indent="0" lvl="0" marL="0" rtl="0" algn="ctr">
                        <a:lnSpc>
                          <a:spcPct val="115000"/>
                        </a:lnSpc>
                        <a:spcBef>
                          <a:spcPts val="0"/>
                        </a:spcBef>
                        <a:spcAft>
                          <a:spcPts val="0"/>
                        </a:spcAft>
                        <a:buNone/>
                      </a:pPr>
                      <a:r>
                        <a:t/>
                      </a:r>
                      <a:endParaRPr sz="1000">
                        <a:solidFill>
                          <a:srgbClr val="0F243E"/>
                        </a:solidFill>
                        <a:latin typeface="Merriweather Sans"/>
                        <a:ea typeface="Merriweather Sans"/>
                        <a:cs typeface="Merriweather Sans"/>
                        <a:sym typeface="Merriweather Sans"/>
                      </a:endParaRPr>
                    </a:p>
                  </a:txBody>
                  <a:tcPr marT="25400" marB="25400" marR="25400" marL="25400" anchor="ctr">
                    <a:lnL cap="flat" cmpd="sng" w="10575">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tcPr>
                </a:tc>
                <a:tc gridSpan="2">
                  <a:txBody>
                    <a:bodyPr/>
                    <a:lstStyle/>
                    <a:p>
                      <a:pPr indent="0" lvl="0" marL="0" rtl="0" algn="l">
                        <a:lnSpc>
                          <a:spcPct val="115000"/>
                        </a:lnSpc>
                        <a:spcBef>
                          <a:spcPts val="0"/>
                        </a:spcBef>
                        <a:spcAft>
                          <a:spcPts val="0"/>
                        </a:spcAft>
                        <a:buNone/>
                      </a:pPr>
                      <a:r>
                        <a:rPr b="1" lang="en" sz="1300">
                          <a:solidFill>
                            <a:srgbClr val="0F243E"/>
                          </a:solidFill>
                          <a:latin typeface="Poppins"/>
                          <a:ea typeface="Poppins"/>
                          <a:cs typeface="Poppins"/>
                          <a:sym typeface="Poppins"/>
                        </a:rPr>
                        <a:t>Emma </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Efficient, Time-Conscious, Organized, Detail-Oriented</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ABOUT</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Alice is a corporate professional who travels frequently for work, especially during Q3 and Q4 when business events peak. Her trips often include client meetings, networking, and team gatherings. She looks for </a:t>
                      </a:r>
                      <a:r>
                        <a:rPr b="1" lang="en" sz="800">
                          <a:solidFill>
                            <a:srgbClr val="0F243E"/>
                          </a:solidFill>
                          <a:latin typeface="Lato"/>
                          <a:ea typeface="Lato"/>
                          <a:cs typeface="Lato"/>
                          <a:sym typeface="Lato"/>
                        </a:rPr>
                        <a:t>flexible, reliable accommodations</a:t>
                      </a:r>
                      <a:r>
                        <a:rPr lang="en" sz="800">
                          <a:solidFill>
                            <a:srgbClr val="0F243E"/>
                          </a:solidFill>
                          <a:latin typeface="Lato"/>
                          <a:ea typeface="Lato"/>
                          <a:cs typeface="Lato"/>
                          <a:sym typeface="Lato"/>
                        </a:rPr>
                        <a:t> that support her professional needs and personal comfort. Alice values </a:t>
                      </a:r>
                      <a:r>
                        <a:rPr b="1" lang="en" sz="800">
                          <a:solidFill>
                            <a:srgbClr val="0F243E"/>
                          </a:solidFill>
                          <a:latin typeface="Lato"/>
                          <a:ea typeface="Lato"/>
                          <a:cs typeface="Lato"/>
                          <a:sym typeface="Lato"/>
                        </a:rPr>
                        <a:t>efficiency, convenience, time-saving solutions, and work-friendly amenities</a:t>
                      </a:r>
                      <a:r>
                        <a:rPr lang="en" sz="800">
                          <a:solidFill>
                            <a:srgbClr val="0F243E"/>
                          </a:solidFill>
                          <a:latin typeface="Lato"/>
                          <a:ea typeface="Lato"/>
                          <a:cs typeface="Lato"/>
                          <a:sym typeface="Lato"/>
                        </a:rPr>
                        <a:t> while on trip.</a:t>
                      </a:r>
                      <a:endParaRPr sz="800">
                        <a:solidFill>
                          <a:srgbClr val="0F243E"/>
                        </a:solidFill>
                        <a:latin typeface="Lato"/>
                        <a:ea typeface="Lato"/>
                        <a:cs typeface="Lato"/>
                        <a:sym typeface="Lato"/>
                      </a:endParaRPr>
                    </a:p>
                  </a:txBody>
                  <a:tcPr marT="182875" marB="182875" marR="182875" marL="182875" anchor="ctr">
                    <a:lnL cap="flat" cmpd="sng" w="12700">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2700">
                      <a:solidFill>
                        <a:srgbClr val="FFFFFF"/>
                      </a:solidFill>
                      <a:prstDash val="dot"/>
                      <a:round/>
                      <a:headEnd len="sm" w="sm" type="none"/>
                      <a:tailEnd len="sm" w="sm" type="none"/>
                    </a:lnT>
                    <a:lnB cap="flat" cmpd="sng" w="12700">
                      <a:solidFill>
                        <a:srgbClr val="D8DEE5"/>
                      </a:solidFill>
                      <a:prstDash val="dot"/>
                      <a:round/>
                      <a:headEnd len="sm" w="sm" type="none"/>
                      <a:tailEnd len="sm" w="sm" type="none"/>
                    </a:lnB>
                  </a:tcPr>
                </a:tc>
                <a:tc hMerge="1"/>
              </a:tr>
              <a:tr h="1263650">
                <a:tc rowSpan="2">
                  <a:txBody>
                    <a:bodyPr/>
                    <a:lstStyle/>
                    <a:p>
                      <a:pPr indent="0" lvl="0" marL="0" marR="85725" rtl="0" algn="l">
                        <a:lnSpc>
                          <a:spcPct val="115000"/>
                        </a:lnSpc>
                        <a:spcBef>
                          <a:spcPts val="0"/>
                        </a:spcBef>
                        <a:spcAft>
                          <a:spcPts val="0"/>
                        </a:spcAft>
                        <a:buNone/>
                      </a:pPr>
                      <a:r>
                        <a:rPr b="1" i="1" lang="en" sz="1000">
                          <a:solidFill>
                            <a:srgbClr val="0F243E"/>
                          </a:solidFill>
                          <a:latin typeface="Lato"/>
                          <a:ea typeface="Lato"/>
                          <a:cs typeface="Lato"/>
                          <a:sym typeface="Lato"/>
                        </a:rPr>
                        <a:t> “Success is the best revenge.”</a:t>
                      </a:r>
                      <a:endParaRPr b="1" i="1" sz="10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b="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DEMOGRAPHIC DATA</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Age: </a:t>
                      </a:r>
                      <a:r>
                        <a:rPr lang="en" sz="900">
                          <a:solidFill>
                            <a:srgbClr val="0F243E"/>
                          </a:solidFill>
                          <a:latin typeface="Lato"/>
                          <a:ea typeface="Lato"/>
                          <a:cs typeface="Lato"/>
                          <a:sym typeface="Lato"/>
                        </a:rPr>
                        <a:t>35</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Work: Marketing Manager</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Civil Status</a:t>
                      </a:r>
                      <a:r>
                        <a:rPr lang="en" sz="900">
                          <a:solidFill>
                            <a:srgbClr val="0F243E"/>
                          </a:solidFill>
                          <a:latin typeface="Lato"/>
                          <a:ea typeface="Lato"/>
                          <a:cs typeface="Lato"/>
                          <a:sym typeface="Lato"/>
                        </a:rPr>
                        <a:t>: Married</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Location: Chicago, IL</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Character:</a:t>
                      </a:r>
                      <a:r>
                        <a:rPr lang="en" sz="900">
                          <a:solidFill>
                            <a:srgbClr val="0F243E"/>
                          </a:solidFill>
                          <a:latin typeface="Lato"/>
                          <a:ea typeface="Lato"/>
                          <a:cs typeface="Lato"/>
                          <a:sym typeface="Lato"/>
                        </a:rPr>
                        <a:t>  Go-Getter</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i="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FAVORITE BRANDS</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lang="en" sz="900">
                          <a:solidFill>
                            <a:srgbClr val="0F243E"/>
                          </a:solidFill>
                          <a:latin typeface="Lato"/>
                          <a:ea typeface="Lato"/>
                          <a:cs typeface="Lato"/>
                          <a:sym typeface="Lato"/>
                        </a:rPr>
                        <a:t>Starbucks</a:t>
                      </a:r>
                      <a:endParaRPr sz="900">
                        <a:solidFill>
                          <a:srgbClr val="0F243E"/>
                        </a:solidFill>
                        <a:latin typeface="Lato"/>
                        <a:ea typeface="Lato"/>
                        <a:cs typeface="Lato"/>
                        <a:sym typeface="Lato"/>
                      </a:endParaRPr>
                    </a:p>
                    <a:p>
                      <a:pPr indent="0" lvl="0" marL="0" marR="85725" rtl="0" algn="l">
                        <a:lnSpc>
                          <a:spcPct val="115000"/>
                        </a:lnSpc>
                        <a:spcBef>
                          <a:spcPts val="0"/>
                        </a:spcBef>
                        <a:spcAft>
                          <a:spcPts val="0"/>
                        </a:spcAft>
                        <a:buNone/>
                      </a:pPr>
                      <a:r>
                        <a:rPr lang="en" sz="900">
                          <a:solidFill>
                            <a:srgbClr val="0F243E"/>
                          </a:solidFill>
                          <a:latin typeface="Lato"/>
                          <a:ea typeface="Lato"/>
                          <a:cs typeface="Lato"/>
                          <a:sym typeface="Lato"/>
                        </a:rPr>
                        <a:t>   Sephora</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sz="900">
                        <a:solidFill>
                          <a:srgbClr val="0F243E"/>
                        </a:solidFill>
                        <a:latin typeface="Lato"/>
                        <a:ea typeface="Lato"/>
                        <a:cs typeface="Lato"/>
                        <a:sym typeface="Lato"/>
                      </a:endParaRPr>
                    </a:p>
                  </a:txBody>
                  <a:tcPr marT="0" marB="0" marR="0" marL="0" anchor="ctr">
                    <a:lnL cap="flat" cmpd="sng" w="10575">
                      <a:solidFill>
                        <a:srgbClr val="FFFFFF"/>
                      </a:solidFill>
                      <a:prstDash val="dot"/>
                      <a:round/>
                      <a:headEnd len="sm" w="sm" type="none"/>
                      <a:tailEnd len="sm" w="sm" type="none"/>
                    </a:lnL>
                    <a:lnR cap="flat" cmpd="sng" w="38100">
                      <a:solidFill>
                        <a:srgbClr val="FFFFFF"/>
                      </a:solidFill>
                      <a:prstDash val="solid"/>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solidFill>
                      <a:srgbClr val="F6F9FD"/>
                    </a:solidFill>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GOALS</a:t>
                      </a:r>
                      <a:endParaRPr b="1" sz="900">
                        <a:solidFill>
                          <a:srgbClr val="0F243E"/>
                        </a:solidFill>
                        <a:latin typeface="Poppins"/>
                        <a:ea typeface="Poppins"/>
                        <a:cs typeface="Poppins"/>
                        <a:sym typeface="Poppi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Book reliable, work-friendly stays quickly.</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Reduce hassle during busy travel periods.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Stay productive while on the road.</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Engage with loyalty perks that </a:t>
                      </a:r>
                      <a:r>
                        <a:rPr b="1" lang="en" sz="800">
                          <a:solidFill>
                            <a:srgbClr val="0F243E"/>
                          </a:solidFill>
                          <a:latin typeface="Lato"/>
                          <a:ea typeface="Lato"/>
                          <a:cs typeface="Lato"/>
                          <a:sym typeface="Lato"/>
                        </a:rPr>
                        <a:t>save time</a:t>
                      </a:r>
                      <a:r>
                        <a:rPr lang="en" sz="800">
                          <a:solidFill>
                            <a:srgbClr val="0F243E"/>
                          </a:solidFill>
                          <a:latin typeface="Lato"/>
                          <a:ea typeface="Lato"/>
                          <a:cs typeface="Lato"/>
                          <a:sym typeface="Lato"/>
                        </a:rPr>
                        <a:t>.</a:t>
                      </a:r>
                      <a:endParaRPr sz="800">
                        <a:solidFill>
                          <a:srgbClr val="0F243E"/>
                        </a:solidFill>
                        <a:latin typeface="Lato"/>
                        <a:ea typeface="Lato"/>
                        <a:cs typeface="Lato"/>
                        <a:sym typeface="Lato"/>
                      </a:endParaRPr>
                    </a:p>
                    <a:p>
                      <a:pPr indent="0" lvl="0" marL="457200" rtl="0" algn="l">
                        <a:lnSpc>
                          <a:spcPct val="115000"/>
                        </a:lnSpc>
                        <a:spcBef>
                          <a:spcPts val="0"/>
                        </a:spcBef>
                        <a:spcAft>
                          <a:spcPts val="0"/>
                        </a:spcAft>
                        <a:buNone/>
                      </a:pPr>
                      <a:r>
                        <a:t/>
                      </a: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NEEDS</a:t>
                      </a:r>
                      <a:endParaRPr sz="900">
                        <a:solidFill>
                          <a:srgbClr val="0F243E"/>
                        </a:solidFill>
                        <a:latin typeface="Merriweather Sans"/>
                        <a:ea typeface="Merriweather Sans"/>
                        <a:cs typeface="Merriweather Sans"/>
                        <a:sym typeface="Merriweather Sa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Fast and predictable booking, check-in, and check-out.</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Workspace-friendly accommodations (desk, Wi-Fi, quiet rooms).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Automated rewards or easy redemption.</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Smart, personalized recommendations for perks or packages</a:t>
                      </a:r>
                      <a:endParaRPr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r h="1991725">
                <a:tc vMerge="1"/>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PAIN POINTS</a:t>
                      </a:r>
                      <a:endParaRPr b="1" sz="900">
                        <a:solidFill>
                          <a:srgbClr val="0F243E"/>
                        </a:solidFill>
                        <a:latin typeface="Poppins"/>
                        <a:ea typeface="Poppins"/>
                        <a:cs typeface="Poppins"/>
                        <a:sym typeface="Poppins"/>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Fewer amenities than hotels</a:t>
                      </a:r>
                      <a:r>
                        <a:rPr lang="en" sz="800">
                          <a:solidFill>
                            <a:srgbClr val="0F243E"/>
                          </a:solidFill>
                          <a:latin typeface="Lato"/>
                          <a:ea typeface="Lato"/>
                          <a:cs typeface="Lato"/>
                          <a:sym typeface="Lato"/>
                        </a:rPr>
                        <a:t> – Limited services like room service, gyms, or concierge.</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Transportation challenges</a:t>
                      </a:r>
                      <a:r>
                        <a:rPr lang="en" sz="800">
                          <a:solidFill>
                            <a:srgbClr val="0F243E"/>
                          </a:solidFill>
                          <a:latin typeface="Lato"/>
                          <a:ea typeface="Lato"/>
                          <a:cs typeface="Lato"/>
                          <a:sym typeface="Lato"/>
                        </a:rPr>
                        <a:t> – Need easy access to airports, meetings, and local venues.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Inconsistent accommodation quality or workspace setup.</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Local area risks</a:t>
                      </a:r>
                      <a:r>
                        <a:rPr lang="en" sz="800">
                          <a:solidFill>
                            <a:srgbClr val="0F243E"/>
                          </a:solidFill>
                          <a:latin typeface="Lato"/>
                          <a:ea typeface="Lato"/>
                          <a:cs typeface="Lato"/>
                          <a:sym typeface="Lato"/>
                        </a:rPr>
                        <a:t> – Unfamiliar neighborhoods may feel less safe or reliable.</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Loyalty programs that are complicated or time-consuming.</a:t>
                      </a:r>
                      <a:br>
                        <a:rPr lang="en" sz="800">
                          <a:solidFill>
                            <a:srgbClr val="0F243E"/>
                          </a:solidFill>
                          <a:latin typeface="Lato"/>
                          <a:ea typeface="Lato"/>
                          <a:cs typeface="Lato"/>
                          <a:sym typeface="Lato"/>
                        </a:rPr>
                      </a:b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PREFERRED CHANNELS</a:t>
                      </a:r>
                      <a:endParaRPr b="1" sz="900">
                        <a:solidFill>
                          <a:srgbClr val="0F243E"/>
                        </a:solidFill>
                        <a:latin typeface="Merriweather Sans"/>
                        <a:ea typeface="Merriweather Sans"/>
                        <a:cs typeface="Merriweather Sans"/>
                        <a:sym typeface="Merriweather Sans"/>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Email / Push Notifications: 30%</a:t>
                      </a:r>
                      <a:endParaRPr b="1"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Corporate Partnerships / Travel Admin: 50%</a:t>
                      </a:r>
                      <a:endParaRPr b="1"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Social Sharing / Referrals: 20%</a:t>
                      </a:r>
                      <a:endParaRPr b="1" sz="800">
                        <a:solidFill>
                          <a:srgbClr val="0F243E"/>
                        </a:solidFill>
                        <a:latin typeface="Lato"/>
                        <a:ea typeface="Lato"/>
                        <a:cs typeface="Lato"/>
                        <a:sym typeface="Lato"/>
                      </a:endParaRPr>
                    </a:p>
                    <a:p>
                      <a:pPr indent="0" lvl="0" marL="457200" rtl="0" algn="l">
                        <a:lnSpc>
                          <a:spcPct val="115000"/>
                        </a:lnSpc>
                        <a:spcBef>
                          <a:spcPts val="0"/>
                        </a:spcBef>
                        <a:spcAft>
                          <a:spcPts val="0"/>
                        </a:spcAft>
                        <a:buNone/>
                      </a:pPr>
                      <a:r>
                        <a:t/>
                      </a:r>
                      <a:endParaRPr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125"/>
          <p:cNvPicPr preferRelativeResize="0"/>
          <p:nvPr/>
        </p:nvPicPr>
        <p:blipFill>
          <a:blip r:embed="rId3">
            <a:alphaModFix/>
          </a:blip>
          <a:stretch>
            <a:fillRect/>
          </a:stretch>
        </p:blipFill>
        <p:spPr>
          <a:xfrm>
            <a:off x="261475" y="279225"/>
            <a:ext cx="1683200" cy="1594975"/>
          </a:xfrm>
          <a:prstGeom prst="rect">
            <a:avLst/>
          </a:prstGeom>
          <a:noFill/>
          <a:ln>
            <a:noFill/>
          </a:ln>
        </p:spPr>
      </p:pic>
      <p:graphicFrame>
        <p:nvGraphicFramePr>
          <p:cNvPr id="609" name="Google Shape;609;p125"/>
          <p:cNvGraphicFramePr/>
          <p:nvPr/>
        </p:nvGraphicFramePr>
        <p:xfrm>
          <a:off x="169113" y="222463"/>
          <a:ext cx="3000000" cy="3000000"/>
        </p:xfrm>
        <a:graphic>
          <a:graphicData uri="http://schemas.openxmlformats.org/drawingml/2006/table">
            <a:tbl>
              <a:tblPr>
                <a:noFill/>
                <a:tableStyleId>{FE5CE38A-1EC4-4789-AD87-A85502DB4A91}</a:tableStyleId>
              </a:tblPr>
              <a:tblGrid>
                <a:gridCol w="1775575"/>
                <a:gridCol w="2869450"/>
                <a:gridCol w="3907150"/>
              </a:tblGrid>
              <a:tr h="1791725">
                <a:tc>
                  <a:txBody>
                    <a:bodyPr/>
                    <a:lstStyle/>
                    <a:p>
                      <a:pPr indent="0" lvl="0" marL="0" rtl="0" algn="ctr">
                        <a:lnSpc>
                          <a:spcPct val="115000"/>
                        </a:lnSpc>
                        <a:spcBef>
                          <a:spcPts val="0"/>
                        </a:spcBef>
                        <a:spcAft>
                          <a:spcPts val="0"/>
                        </a:spcAft>
                        <a:buNone/>
                      </a:pPr>
                      <a:r>
                        <a:t/>
                      </a:r>
                      <a:endParaRPr sz="1000">
                        <a:solidFill>
                          <a:srgbClr val="0F243E"/>
                        </a:solidFill>
                        <a:latin typeface="Merriweather Sans"/>
                        <a:ea typeface="Merriweather Sans"/>
                        <a:cs typeface="Merriweather Sans"/>
                        <a:sym typeface="Merriweather Sans"/>
                      </a:endParaRPr>
                    </a:p>
                  </a:txBody>
                  <a:tcPr marT="25400" marB="25400" marR="25400" marL="25400" anchor="ctr">
                    <a:lnL cap="flat" cmpd="sng" w="10575">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tcPr>
                </a:tc>
                <a:tc gridSpan="2">
                  <a:txBody>
                    <a:bodyPr/>
                    <a:lstStyle/>
                    <a:p>
                      <a:pPr indent="0" lvl="0" marL="0" rtl="0" algn="l">
                        <a:lnSpc>
                          <a:spcPct val="115000"/>
                        </a:lnSpc>
                        <a:spcBef>
                          <a:spcPts val="0"/>
                        </a:spcBef>
                        <a:spcAft>
                          <a:spcPts val="0"/>
                        </a:spcAft>
                        <a:buNone/>
                      </a:pPr>
                      <a:r>
                        <a:rPr b="1" lang="en" sz="1300">
                          <a:solidFill>
                            <a:srgbClr val="0F243E"/>
                          </a:solidFill>
                          <a:latin typeface="Poppins"/>
                          <a:ea typeface="Poppins"/>
                          <a:cs typeface="Poppins"/>
                          <a:sym typeface="Poppins"/>
                        </a:rPr>
                        <a:t>Ethan Miller</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Spontaneous, Social, Experience-Seeker, Relaxed</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ABOUT</a:t>
                      </a:r>
                      <a:endParaRPr sz="900">
                        <a:solidFill>
                          <a:srgbClr val="0F243E"/>
                        </a:solidFill>
                        <a:latin typeface="Merriweather Sans"/>
                        <a:ea typeface="Merriweather Sans"/>
                        <a:cs typeface="Merriweather Sans"/>
                        <a:sym typeface="Merriweather Sans"/>
                      </a:endParaRPr>
                    </a:p>
                    <a:p>
                      <a:pPr indent="0" lvl="0" marL="0" rtl="0" algn="l">
                        <a:lnSpc>
                          <a:spcPct val="115000"/>
                        </a:lnSpc>
                        <a:spcBef>
                          <a:spcPts val="0"/>
                        </a:spcBef>
                        <a:spcAft>
                          <a:spcPts val="0"/>
                        </a:spcAft>
                        <a:buNone/>
                      </a:pPr>
                      <a:r>
                        <a:rPr lang="en" sz="800">
                          <a:solidFill>
                            <a:srgbClr val="0F243E"/>
                          </a:solidFill>
                          <a:latin typeface="Lato"/>
                          <a:ea typeface="Lato"/>
                          <a:cs typeface="Lato"/>
                          <a:sym typeface="Lato"/>
                        </a:rPr>
                        <a:t>Ethan is a leisure traveler who enjoys exploring new cities, local culture, and unique experiences. He takes trips mostly for vacations, weekends, and seasonal holidays. He looks for </a:t>
                      </a:r>
                      <a:r>
                        <a:rPr b="1" lang="en" sz="800">
                          <a:solidFill>
                            <a:srgbClr val="0F243E"/>
                          </a:solidFill>
                          <a:latin typeface="Lato"/>
                          <a:ea typeface="Lato"/>
                          <a:cs typeface="Lato"/>
                          <a:sym typeface="Lato"/>
                        </a:rPr>
                        <a:t>comfortable, convenient, and Instagram-worthy accommodations</a:t>
                      </a:r>
                      <a:r>
                        <a:rPr lang="en" sz="800">
                          <a:solidFill>
                            <a:srgbClr val="0F243E"/>
                          </a:solidFill>
                          <a:latin typeface="Lato"/>
                          <a:ea typeface="Lato"/>
                          <a:cs typeface="Lato"/>
                          <a:sym typeface="Lato"/>
                        </a:rPr>
                        <a:t> that offer easy access to attractions, restaurants, and social activities.</a:t>
                      </a:r>
                      <a:endParaRPr sz="800">
                        <a:solidFill>
                          <a:srgbClr val="0F243E"/>
                        </a:solidFill>
                        <a:latin typeface="Lato"/>
                        <a:ea typeface="Lato"/>
                        <a:cs typeface="Lato"/>
                        <a:sym typeface="Lato"/>
                      </a:endParaRPr>
                    </a:p>
                  </a:txBody>
                  <a:tcPr marT="182875" marB="182875" marR="182875" marL="182875" anchor="ctr">
                    <a:lnL cap="flat" cmpd="sng" w="12700">
                      <a:solidFill>
                        <a:srgbClr val="FFFFFF"/>
                      </a:solidFill>
                      <a:prstDash val="dot"/>
                      <a:round/>
                      <a:headEnd len="sm" w="sm" type="none"/>
                      <a:tailEnd len="sm" w="sm" type="none"/>
                    </a:lnL>
                    <a:lnR cap="flat" cmpd="sng" w="12700">
                      <a:solidFill>
                        <a:srgbClr val="FFFFFF"/>
                      </a:solidFill>
                      <a:prstDash val="dot"/>
                      <a:round/>
                      <a:headEnd len="sm" w="sm" type="none"/>
                      <a:tailEnd len="sm" w="sm" type="none"/>
                    </a:lnR>
                    <a:lnT cap="flat" cmpd="sng" w="12700">
                      <a:solidFill>
                        <a:srgbClr val="FFFFFF"/>
                      </a:solidFill>
                      <a:prstDash val="dot"/>
                      <a:round/>
                      <a:headEnd len="sm" w="sm" type="none"/>
                      <a:tailEnd len="sm" w="sm" type="none"/>
                    </a:lnT>
                    <a:lnB cap="flat" cmpd="sng" w="12700">
                      <a:solidFill>
                        <a:srgbClr val="D8DEE5"/>
                      </a:solidFill>
                      <a:prstDash val="dot"/>
                      <a:round/>
                      <a:headEnd len="sm" w="sm" type="none"/>
                      <a:tailEnd len="sm" w="sm" type="none"/>
                    </a:lnB>
                  </a:tcPr>
                </a:tc>
                <a:tc hMerge="1"/>
              </a:tr>
              <a:tr h="1562200">
                <a:tc rowSpan="2">
                  <a:txBody>
                    <a:bodyPr/>
                    <a:lstStyle/>
                    <a:p>
                      <a:pPr indent="0" lvl="0" marL="57150" marR="85725" rtl="0" algn="l">
                        <a:lnSpc>
                          <a:spcPct val="115000"/>
                        </a:lnSpc>
                        <a:spcBef>
                          <a:spcPts val="0"/>
                        </a:spcBef>
                        <a:spcAft>
                          <a:spcPts val="0"/>
                        </a:spcAft>
                        <a:buNone/>
                      </a:pPr>
                      <a:r>
                        <a:rPr b="1" i="1" lang="en" sz="1000">
                          <a:solidFill>
                            <a:srgbClr val="0F243E"/>
                          </a:solidFill>
                          <a:latin typeface="Lato"/>
                          <a:ea typeface="Lato"/>
                          <a:cs typeface="Lato"/>
                          <a:sym typeface="Lato"/>
                        </a:rPr>
                        <a:t>“I travel to make memories and discover new places — I want my stay to feel effortless and inspiring.”</a:t>
                      </a:r>
                      <a:endParaRPr b="1" i="1" sz="10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b="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DEMOGRAPHIC DATA</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Age: </a:t>
                      </a:r>
                      <a:r>
                        <a:rPr lang="en" sz="900">
                          <a:solidFill>
                            <a:srgbClr val="0F243E"/>
                          </a:solidFill>
                          <a:latin typeface="Lato"/>
                          <a:ea typeface="Lato"/>
                          <a:cs typeface="Lato"/>
                          <a:sym typeface="Lato"/>
                        </a:rPr>
                        <a:t>30</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Work: Marketing Specialist</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Civil Status</a:t>
                      </a:r>
                      <a:r>
                        <a:rPr lang="en" sz="900">
                          <a:solidFill>
                            <a:srgbClr val="0F243E"/>
                          </a:solidFill>
                          <a:latin typeface="Lato"/>
                          <a:ea typeface="Lato"/>
                          <a:cs typeface="Lato"/>
                          <a:sym typeface="Lato"/>
                        </a:rPr>
                        <a:t>:  Single</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Location: Los Angeles, CA</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0F243E"/>
                          </a:solidFill>
                          <a:latin typeface="Lato"/>
                          <a:ea typeface="Lato"/>
                          <a:cs typeface="Lato"/>
                          <a:sym typeface="Lato"/>
                        </a:rPr>
                        <a:t>Character:</a:t>
                      </a:r>
                      <a:r>
                        <a:rPr lang="en" sz="900">
                          <a:solidFill>
                            <a:srgbClr val="0F243E"/>
                          </a:solidFill>
                          <a:latin typeface="Lato"/>
                          <a:ea typeface="Lato"/>
                          <a:cs typeface="Lato"/>
                          <a:sym typeface="Lato"/>
                        </a:rPr>
                        <a:t>  Explorer &amp; Social Connector</a:t>
                      </a:r>
                      <a:endParaRPr sz="9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t/>
                      </a:r>
                      <a:endParaRPr i="1" sz="800">
                        <a:solidFill>
                          <a:srgbClr val="0F243E"/>
                        </a:solidFill>
                        <a:latin typeface="Lato"/>
                        <a:ea typeface="Lato"/>
                        <a:cs typeface="Lato"/>
                        <a:sym typeface="Lato"/>
                      </a:endParaRPr>
                    </a:p>
                    <a:p>
                      <a:pPr indent="0" lvl="0" marL="57150" marR="85725" rtl="0" algn="l">
                        <a:lnSpc>
                          <a:spcPct val="115000"/>
                        </a:lnSpc>
                        <a:spcBef>
                          <a:spcPts val="0"/>
                        </a:spcBef>
                        <a:spcAft>
                          <a:spcPts val="0"/>
                        </a:spcAft>
                        <a:buNone/>
                      </a:pPr>
                      <a:r>
                        <a:rPr b="1" lang="en" sz="900">
                          <a:solidFill>
                            <a:srgbClr val="85859F"/>
                          </a:solidFill>
                          <a:latin typeface="Poppins"/>
                          <a:ea typeface="Poppins"/>
                          <a:cs typeface="Poppins"/>
                          <a:sym typeface="Poppins"/>
                        </a:rPr>
                        <a:t>FAVORITE BRANDS</a:t>
                      </a:r>
                      <a:endParaRPr b="1" sz="900">
                        <a:solidFill>
                          <a:srgbClr val="85859F"/>
                        </a:solidFill>
                        <a:latin typeface="Poppins"/>
                        <a:ea typeface="Poppins"/>
                        <a:cs typeface="Poppins"/>
                        <a:sym typeface="Poppins"/>
                      </a:endParaRPr>
                    </a:p>
                    <a:p>
                      <a:pPr indent="0" lvl="0" marL="57150" marR="85725" rtl="0" algn="l">
                        <a:lnSpc>
                          <a:spcPct val="115000"/>
                        </a:lnSpc>
                        <a:spcBef>
                          <a:spcPts val="0"/>
                        </a:spcBef>
                        <a:spcAft>
                          <a:spcPts val="0"/>
                        </a:spcAft>
                        <a:buNone/>
                      </a:pPr>
                      <a:r>
                        <a:rPr lang="en" sz="900">
                          <a:solidFill>
                            <a:srgbClr val="0F243E"/>
                          </a:solidFill>
                          <a:latin typeface="Lato"/>
                          <a:ea typeface="Lato"/>
                          <a:cs typeface="Lato"/>
                          <a:sym typeface="Lato"/>
                        </a:rPr>
                        <a:t>Airbnb, REI, Starbucks, Uber, TripAdvisor</a:t>
                      </a:r>
                      <a:endParaRPr sz="900">
                        <a:solidFill>
                          <a:srgbClr val="0F243E"/>
                        </a:solidFill>
                        <a:latin typeface="Lato"/>
                        <a:ea typeface="Lato"/>
                        <a:cs typeface="Lato"/>
                        <a:sym typeface="Lato"/>
                      </a:endParaRPr>
                    </a:p>
                  </a:txBody>
                  <a:tcPr marT="0" marB="0" marR="0" marL="0" anchor="ctr">
                    <a:lnL cap="flat" cmpd="sng" w="10575">
                      <a:solidFill>
                        <a:srgbClr val="FFFFFF"/>
                      </a:solidFill>
                      <a:prstDash val="dot"/>
                      <a:round/>
                      <a:headEnd len="sm" w="sm" type="none"/>
                      <a:tailEnd len="sm" w="sm" type="none"/>
                    </a:lnL>
                    <a:lnR cap="flat" cmpd="sng" w="38100">
                      <a:solidFill>
                        <a:srgbClr val="FFFFFF"/>
                      </a:solidFill>
                      <a:prstDash val="solid"/>
                      <a:round/>
                      <a:headEnd len="sm" w="sm" type="none"/>
                      <a:tailEnd len="sm" w="sm" type="none"/>
                    </a:lnR>
                    <a:lnT cap="flat" cmpd="sng" w="10575">
                      <a:solidFill>
                        <a:srgbClr val="FFFFFF"/>
                      </a:solidFill>
                      <a:prstDash val="dot"/>
                      <a:round/>
                      <a:headEnd len="sm" w="sm" type="none"/>
                      <a:tailEnd len="sm" w="sm" type="none"/>
                    </a:lnT>
                    <a:lnB cap="flat" cmpd="sng" w="10575">
                      <a:solidFill>
                        <a:srgbClr val="FFFFFF"/>
                      </a:solidFill>
                      <a:prstDash val="dot"/>
                      <a:round/>
                      <a:headEnd len="sm" w="sm" type="none"/>
                      <a:tailEnd len="sm" w="sm" type="none"/>
                    </a:lnB>
                    <a:solidFill>
                      <a:srgbClr val="F6F9FD"/>
                    </a:solidFill>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GOALS</a:t>
                      </a:r>
                      <a:endParaRPr b="1" sz="900">
                        <a:solidFill>
                          <a:srgbClr val="0F243E"/>
                        </a:solidFill>
                        <a:latin typeface="Poppins"/>
                        <a:ea typeface="Poppins"/>
                        <a:cs typeface="Poppins"/>
                        <a:sym typeface="Poppi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Discover unique stays and local experiences.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Relax and disconnect from work while traveling.</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Access easy booking and seamless travel arrangements.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Share memorable experiences on social media</a:t>
                      </a: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NEEDS</a:t>
                      </a:r>
                      <a:endParaRPr sz="900">
                        <a:solidFill>
                          <a:srgbClr val="0F243E"/>
                        </a:solidFill>
                        <a:latin typeface="Merriweather Sans"/>
                        <a:ea typeface="Merriweather Sans"/>
                        <a:cs typeface="Merriweather Sans"/>
                        <a:sym typeface="Merriweather Sa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Comfortable, safe, and aesthetically pleasing accommodations.</a:t>
                      </a:r>
                      <a:br>
                        <a:rPr lang="en" sz="800">
                          <a:solidFill>
                            <a:srgbClr val="0F243E"/>
                          </a:solidFill>
                          <a:latin typeface="Lato"/>
                          <a:ea typeface="Lato"/>
                          <a:cs typeface="Lato"/>
                          <a:sym typeface="Lato"/>
                        </a:rPr>
                      </a:b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Easy-to-use booking system and flexible cancellation policies.</a:t>
                      </a:r>
                      <a:br>
                        <a:rPr lang="en" sz="800">
                          <a:solidFill>
                            <a:srgbClr val="0F243E"/>
                          </a:solidFill>
                          <a:latin typeface="Lato"/>
                          <a:ea typeface="Lato"/>
                          <a:cs typeface="Lato"/>
                          <a:sym typeface="Lato"/>
                        </a:rPr>
                      </a:b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Suggestions for local activities, dining, and attractions.</a:t>
                      </a:r>
                      <a:br>
                        <a:rPr lang="en" sz="800">
                          <a:solidFill>
                            <a:srgbClr val="0F243E"/>
                          </a:solidFill>
                          <a:latin typeface="Lato"/>
                          <a:ea typeface="Lato"/>
                          <a:cs typeface="Lato"/>
                          <a:sym typeface="Lato"/>
                        </a:rPr>
                      </a:b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Rewards and perks that enhance leisure experiences (free experiences, discounts, upgrades).</a:t>
                      </a:r>
                      <a:endParaRPr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2700">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r h="1501225">
                <a:tc vMerge="1"/>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PAIN POINTS</a:t>
                      </a:r>
                      <a:endParaRPr b="1" sz="900">
                        <a:solidFill>
                          <a:srgbClr val="0F243E"/>
                        </a:solidFill>
                        <a:latin typeface="Poppins"/>
                        <a:ea typeface="Poppins"/>
                        <a:cs typeface="Poppins"/>
                        <a:sym typeface="Poppins"/>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Standard hotels feel generic and impersonal.</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Finding reliable local recommendations is time-consuming.</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Loyalty programs often reward spending, not experiences.</a:t>
                      </a:r>
                      <a:endParaRPr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lang="en" sz="800">
                          <a:solidFill>
                            <a:srgbClr val="0F243E"/>
                          </a:solidFill>
                          <a:latin typeface="Lato"/>
                          <a:ea typeface="Lato"/>
                          <a:cs typeface="Lato"/>
                          <a:sym typeface="Lato"/>
                        </a:rPr>
                        <a:t>Planning trips with friends or family can be complicated</a:t>
                      </a:r>
                      <a:endParaRPr sz="800">
                        <a:solidFill>
                          <a:srgbClr val="0F243E"/>
                        </a:solidFill>
                        <a:latin typeface="Lato"/>
                        <a:ea typeface="Lato"/>
                        <a:cs typeface="Lato"/>
                        <a:sym typeface="Lato"/>
                      </a:endParaRPr>
                    </a:p>
                  </a:txBody>
                  <a:tcPr marT="91450" marB="91450" marR="91450" marL="91450">
                    <a:lnL cap="flat" cmpd="sng" w="38100">
                      <a:solidFill>
                        <a:srgbClr val="FFFFFF"/>
                      </a:solidFill>
                      <a:prstDash val="solid"/>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0F243E"/>
                          </a:solidFill>
                          <a:latin typeface="Poppins"/>
                          <a:ea typeface="Poppins"/>
                          <a:cs typeface="Poppins"/>
                          <a:sym typeface="Poppins"/>
                        </a:rPr>
                        <a:t>PREFERRED CHANNELS</a:t>
                      </a:r>
                      <a:endParaRPr b="1" sz="900">
                        <a:solidFill>
                          <a:srgbClr val="0F243E"/>
                        </a:solidFill>
                        <a:latin typeface="Merriweather Sans"/>
                        <a:ea typeface="Merriweather Sans"/>
                        <a:cs typeface="Merriweather Sans"/>
                        <a:sym typeface="Merriweather Sans"/>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Social Media / Instagram: 50%</a:t>
                      </a:r>
                      <a:endParaRPr b="1"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Email / App Notifications: 30%</a:t>
                      </a:r>
                      <a:endParaRPr b="1" sz="800">
                        <a:solidFill>
                          <a:srgbClr val="0F243E"/>
                        </a:solidFill>
                        <a:latin typeface="Lato"/>
                        <a:ea typeface="Lato"/>
                        <a:cs typeface="Lato"/>
                        <a:sym typeface="Lato"/>
                      </a:endParaRPr>
                    </a:p>
                    <a:p>
                      <a:pPr indent="-279400" lvl="0" marL="457200" rtl="0" algn="l">
                        <a:lnSpc>
                          <a:spcPct val="115000"/>
                        </a:lnSpc>
                        <a:spcBef>
                          <a:spcPts val="0"/>
                        </a:spcBef>
                        <a:spcAft>
                          <a:spcPts val="0"/>
                        </a:spcAft>
                        <a:buClr>
                          <a:srgbClr val="1CD2AD"/>
                        </a:buClr>
                        <a:buSzPts val="800"/>
                        <a:buFont typeface="Lato"/>
                        <a:buChar char="●"/>
                      </a:pPr>
                      <a:r>
                        <a:rPr b="1" lang="en" sz="800">
                          <a:solidFill>
                            <a:srgbClr val="0F243E"/>
                          </a:solidFill>
                          <a:latin typeface="Lato"/>
                          <a:ea typeface="Lato"/>
                          <a:cs typeface="Lato"/>
                          <a:sym typeface="Lato"/>
                        </a:rPr>
                        <a:t>Referral / Word of Mouth: 20%</a:t>
                      </a:r>
                      <a:endParaRPr b="1" sz="800">
                        <a:solidFill>
                          <a:srgbClr val="0F243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0F243E"/>
                        </a:solidFill>
                        <a:latin typeface="Lato"/>
                        <a:ea typeface="Lato"/>
                        <a:cs typeface="Lato"/>
                        <a:sym typeface="Lato"/>
                      </a:endParaRPr>
                    </a:p>
                  </a:txBody>
                  <a:tcPr marT="91450" marB="91450" marR="91450" marL="91450">
                    <a:lnL cap="flat" cmpd="sng" w="10575">
                      <a:solidFill>
                        <a:srgbClr val="FFFFFF"/>
                      </a:solidFill>
                      <a:prstDash val="dot"/>
                      <a:round/>
                      <a:headEnd len="sm" w="sm" type="none"/>
                      <a:tailEnd len="sm" w="sm" type="none"/>
                    </a:lnL>
                    <a:lnR cap="flat" cmpd="sng" w="10575">
                      <a:solidFill>
                        <a:srgbClr val="FFFFFF"/>
                      </a:solidFill>
                      <a:prstDash val="dot"/>
                      <a:round/>
                      <a:headEnd len="sm" w="sm" type="none"/>
                      <a:tailEnd len="sm" w="sm" type="none"/>
                    </a:lnR>
                    <a:lnT cap="flat" cmpd="sng" w="10575">
                      <a:solidFill>
                        <a:srgbClr val="D8DEE5"/>
                      </a:solidFill>
                      <a:prstDash val="dot"/>
                      <a:round/>
                      <a:headEnd len="sm" w="sm" type="none"/>
                      <a:tailEnd len="sm" w="sm" type="none"/>
                    </a:lnT>
                    <a:lnB cap="flat" cmpd="sng" w="10575">
                      <a:solidFill>
                        <a:srgbClr val="D8DEE5"/>
                      </a:solidFill>
                      <a:prstDash val="dot"/>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26"/>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Hypothesis &amp; Validation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8" name="Shape 618"/>
        <p:cNvGrpSpPr/>
        <p:nvPr/>
      </p:nvGrpSpPr>
      <p:grpSpPr>
        <a:xfrm>
          <a:off x="0" y="0"/>
          <a:ext cx="0" cy="0"/>
          <a:chOff x="0" y="0"/>
          <a:chExt cx="0" cy="0"/>
        </a:xfrm>
      </p:grpSpPr>
      <p:sp>
        <p:nvSpPr>
          <p:cNvPr id="619" name="Google Shape;619;p127"/>
          <p:cNvSpPr/>
          <p:nvPr/>
        </p:nvSpPr>
        <p:spPr>
          <a:xfrm>
            <a:off x="471175" y="1261250"/>
            <a:ext cx="8515200" cy="37983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rPr lang="en" sz="1300">
                <a:solidFill>
                  <a:srgbClr val="0F243E"/>
                </a:solidFill>
                <a:latin typeface="Lato"/>
                <a:ea typeface="Lato"/>
                <a:cs typeface="Lato"/>
                <a:sym typeface="Lato"/>
              </a:rPr>
              <a:t>We believe that small business owners who travel for work have a need for loyalty rewards that support their business-related activities—such as ride credits, groceries, event supplies, or hosting small gatherings—because their trips often combine staying, working, and community engagement.</a:t>
            </a:r>
            <a:endParaRPr sz="1300">
              <a:solidFill>
                <a:srgbClr val="0F243E"/>
              </a:solidFill>
              <a:latin typeface="Lato"/>
              <a:ea typeface="Lato"/>
              <a:cs typeface="Lato"/>
              <a:sym typeface="Lato"/>
            </a:endParaRPr>
          </a:p>
          <a:p>
            <a:pPr indent="0" lvl="0" marL="0" rtl="0" algn="l">
              <a:lnSpc>
                <a:spcPct val="115000"/>
              </a:lnSpc>
              <a:spcBef>
                <a:spcPts val="1200"/>
              </a:spcBef>
              <a:spcAft>
                <a:spcPts val="0"/>
              </a:spcAft>
              <a:buNone/>
            </a:pPr>
            <a:r>
              <a:rPr lang="en" sz="1300">
                <a:solidFill>
                  <a:srgbClr val="0F243E"/>
                </a:solidFill>
                <a:latin typeface="Lato"/>
                <a:ea typeface="Lato"/>
                <a:cs typeface="Lato"/>
                <a:sym typeface="Lato"/>
              </a:rPr>
              <a:t>We can address this by creating a rewards program that generates points from user activity and allows travelers to redeem those points for practical, business-friendly perks that match their needs.</a:t>
            </a:r>
            <a:endParaRPr sz="1300">
              <a:solidFill>
                <a:srgbClr val="0F243E"/>
              </a:solidFill>
              <a:latin typeface="Lato"/>
              <a:ea typeface="Lato"/>
              <a:cs typeface="Lato"/>
              <a:sym typeface="Lato"/>
            </a:endParaRPr>
          </a:p>
          <a:p>
            <a:pPr indent="0" lvl="0" marL="0" rtl="0" algn="l">
              <a:lnSpc>
                <a:spcPct val="115000"/>
              </a:lnSpc>
              <a:spcBef>
                <a:spcPts val="1200"/>
              </a:spcBef>
              <a:spcAft>
                <a:spcPts val="0"/>
              </a:spcAft>
              <a:buNone/>
            </a:pPr>
            <a:r>
              <a:rPr lang="en" sz="1300">
                <a:solidFill>
                  <a:srgbClr val="0F243E"/>
                </a:solidFill>
                <a:latin typeface="Lato"/>
                <a:ea typeface="Lato"/>
                <a:cs typeface="Lato"/>
                <a:sym typeface="Lato"/>
              </a:rPr>
              <a:t>We will know this is true when we see increased repeat bookings, higher platform engagement, and consistent redemption of rewards.</a:t>
            </a:r>
            <a:endParaRPr sz="1300">
              <a:solidFill>
                <a:srgbClr val="0F243E"/>
              </a:solidFill>
              <a:latin typeface="Lato"/>
              <a:ea typeface="Lato"/>
              <a:cs typeface="Lato"/>
              <a:sym typeface="Lato"/>
            </a:endParaRPr>
          </a:p>
          <a:p>
            <a:pPr indent="0" lvl="0" marL="0" rtl="0" algn="l">
              <a:lnSpc>
                <a:spcPct val="115000"/>
              </a:lnSpc>
              <a:spcBef>
                <a:spcPts val="1200"/>
              </a:spcBef>
              <a:spcAft>
                <a:spcPts val="0"/>
              </a:spcAft>
              <a:buNone/>
            </a:pPr>
            <a:r>
              <a:rPr lang="en" sz="1300">
                <a:solidFill>
                  <a:srgbClr val="0F243E"/>
                </a:solidFill>
                <a:latin typeface="Lato"/>
                <a:ea typeface="Lato"/>
                <a:cs typeface="Lato"/>
                <a:sym typeface="Lato"/>
              </a:rPr>
              <a:t>We believe this because market research shows that small business owners value loyalty programs offering </a:t>
            </a:r>
            <a:r>
              <a:rPr i="1" lang="en" sz="1300">
                <a:solidFill>
                  <a:srgbClr val="0F243E"/>
                </a:solidFill>
                <a:latin typeface="Lato"/>
                <a:ea typeface="Lato"/>
                <a:cs typeface="Lato"/>
                <a:sym typeface="Lato"/>
              </a:rPr>
              <a:t>practical, flexible rewards</a:t>
            </a:r>
            <a:r>
              <a:rPr lang="en" sz="1300">
                <a:solidFill>
                  <a:srgbClr val="0F243E"/>
                </a:solidFill>
                <a:latin typeface="Lato"/>
                <a:ea typeface="Lato"/>
                <a:cs typeface="Lato"/>
                <a:sym typeface="Lato"/>
              </a:rPr>
              <a:t> rather than generic discounts; competitive programs lack business-oriented perks; and behavioral data indicates that these users frequently book multi-purpose stays, making them highly responsive to incentives that save time and support their work.</a:t>
            </a:r>
            <a:endParaRPr sz="1300">
              <a:solidFill>
                <a:srgbClr val="06563A"/>
              </a:solidFill>
              <a:latin typeface="Poppins SemiBold"/>
              <a:ea typeface="Poppins SemiBold"/>
              <a:cs typeface="Poppins SemiBold"/>
              <a:sym typeface="Poppins SemiBold"/>
            </a:endParaRPr>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20" name="Google Shape;620;p127"/>
          <p:cNvSpPr txBox="1"/>
          <p:nvPr/>
        </p:nvSpPr>
        <p:spPr>
          <a:xfrm>
            <a:off x="471175" y="256313"/>
            <a:ext cx="4688400" cy="317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Hypothesis</a:t>
            </a:r>
            <a:endParaRPr b="1" sz="900">
              <a:solidFill>
                <a:srgbClr val="85859F"/>
              </a:solidFill>
              <a:latin typeface="Lato"/>
              <a:ea typeface="Lato"/>
              <a:cs typeface="Lato"/>
              <a:sym typeface="Lato"/>
            </a:endParaRPr>
          </a:p>
        </p:txBody>
      </p:sp>
      <p:pic>
        <p:nvPicPr>
          <p:cNvPr id="621" name="Google Shape;621;p127"/>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622" name="Google Shape;622;p127"/>
          <p:cNvSpPr txBox="1"/>
          <p:nvPr/>
        </p:nvSpPr>
        <p:spPr>
          <a:xfrm>
            <a:off x="471175" y="732688"/>
            <a:ext cx="7682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lt2"/>
                </a:solidFill>
                <a:latin typeface="Lato"/>
                <a:ea typeface="Lato"/>
                <a:cs typeface="Lato"/>
                <a:sym typeface="Lato"/>
              </a:rPr>
              <a:t>Hypotheses for Core Persona : Small Business Owner Traveler </a:t>
            </a:r>
            <a:endParaRPr b="1" sz="1900">
              <a:solidFill>
                <a:schemeClr val="lt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6" name="Shape 626"/>
        <p:cNvGrpSpPr/>
        <p:nvPr/>
      </p:nvGrpSpPr>
      <p:grpSpPr>
        <a:xfrm>
          <a:off x="0" y="0"/>
          <a:ext cx="0" cy="0"/>
          <a:chOff x="0" y="0"/>
          <a:chExt cx="0" cy="0"/>
        </a:xfrm>
      </p:grpSpPr>
      <p:sp>
        <p:nvSpPr>
          <p:cNvPr id="627" name="Google Shape;627;p128"/>
          <p:cNvSpPr/>
          <p:nvPr/>
        </p:nvSpPr>
        <p:spPr>
          <a:xfrm>
            <a:off x="574200" y="916200"/>
            <a:ext cx="7638300" cy="36561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spcBef>
                <a:spcPts val="0"/>
              </a:spcBef>
              <a:spcAft>
                <a:spcPts val="0"/>
              </a:spcAft>
              <a:buNone/>
            </a:pPr>
            <a:r>
              <a:rPr lang="en">
                <a:solidFill>
                  <a:srgbClr val="06563A"/>
                </a:solidFill>
                <a:latin typeface="Poppins SemiBold"/>
                <a:ea typeface="Poppins SemiBold"/>
                <a:cs typeface="Poppins SemiBold"/>
                <a:sym typeface="Poppins SemiBold"/>
              </a:rPr>
              <a:t>Validation process for Core Hypothesis</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rgbClr val="06563A"/>
              </a:solidFill>
              <a:latin typeface="Poppins SemiBold"/>
              <a:ea typeface="Poppins SemiBold"/>
              <a:cs typeface="Poppins SemiBold"/>
              <a:sym typeface="Poppins SemiBold"/>
            </a:endParaRPr>
          </a:p>
          <a:p>
            <a:pPr indent="0" lvl="0" marL="0" rtl="0" algn="l">
              <a:lnSpc>
                <a:spcPct val="115000"/>
              </a:lnSpc>
              <a:spcBef>
                <a:spcPts val="1400"/>
              </a:spcBef>
              <a:spcAft>
                <a:spcPts val="0"/>
              </a:spcAft>
              <a:buNone/>
            </a:pPr>
            <a:r>
              <a:rPr b="1" lang="en" sz="1300"/>
              <a:t> Early User Research (Qualitative)</a:t>
            </a:r>
            <a:endParaRPr b="1" sz="1300"/>
          </a:p>
          <a:p>
            <a:pPr indent="-298450" lvl="0" marL="457200" rtl="0" algn="l">
              <a:lnSpc>
                <a:spcPct val="115000"/>
              </a:lnSpc>
              <a:spcBef>
                <a:spcPts val="1200"/>
              </a:spcBef>
              <a:spcAft>
                <a:spcPts val="0"/>
              </a:spcAft>
              <a:buSzPts val="1100"/>
              <a:buChar char="●"/>
            </a:pPr>
            <a:r>
              <a:rPr b="1" lang="en" sz="1100"/>
              <a:t>Interviews / Surveys:</a:t>
            </a:r>
            <a:r>
              <a:rPr lang="en" sz="1100"/>
              <a:t> Ask target users (small business owners, frequent travelers) about their interest in rewards for bookings and referrals.</a:t>
            </a:r>
            <a:endParaRPr sz="1100"/>
          </a:p>
          <a:p>
            <a:pPr indent="-298450" lvl="0" marL="457200" rtl="0" algn="l">
              <a:lnSpc>
                <a:spcPct val="115000"/>
              </a:lnSpc>
              <a:spcBef>
                <a:spcPts val="0"/>
              </a:spcBef>
              <a:spcAft>
                <a:spcPts val="0"/>
              </a:spcAft>
              <a:buSzPts val="1100"/>
              <a:buChar char="●"/>
            </a:pPr>
            <a:r>
              <a:rPr b="1" lang="en" sz="1100"/>
              <a:t>Feedback on Rewards(Focus groups):</a:t>
            </a:r>
            <a:r>
              <a:rPr lang="en" sz="1100"/>
              <a:t> Present potential perks (ride credits, groceries, event supplies) and see which are most appealing.</a:t>
            </a:r>
            <a:endParaRPr sz="1100"/>
          </a:p>
          <a:p>
            <a:pPr indent="-298450" lvl="0" marL="457200" rtl="0" algn="l">
              <a:lnSpc>
                <a:spcPct val="115000"/>
              </a:lnSpc>
              <a:spcBef>
                <a:spcPts val="0"/>
              </a:spcBef>
              <a:spcAft>
                <a:spcPts val="0"/>
              </a:spcAft>
              <a:buSzPts val="1100"/>
              <a:buChar char="●"/>
            </a:pPr>
            <a:r>
              <a:rPr b="1" lang="en" sz="1100"/>
              <a:t>Market research</a:t>
            </a:r>
            <a:r>
              <a:rPr lang="en" sz="1100"/>
              <a:t> data shows that acquiring new customers costs five times more than retaining existing ones. Moreover, existing customers are 50% more likely to try new products and experiences and spend 31% more than new customers. Based on this evidence, we sees value in a loyalty program designed to encourage repeat visits and increased engagement with Stay-N-Sleep.</a:t>
            </a:r>
            <a:endParaRPr sz="1100"/>
          </a:p>
          <a:p>
            <a:pPr indent="0" lvl="0" marL="0" rtl="0" algn="l">
              <a:lnSpc>
                <a:spcPct val="115000"/>
              </a:lnSpc>
              <a:spcBef>
                <a:spcPts val="1200"/>
              </a:spcBef>
              <a:spcAft>
                <a:spcPts val="0"/>
              </a:spcAft>
              <a:buNone/>
            </a:pPr>
            <a:r>
              <a:t/>
            </a:r>
            <a:endParaRPr sz="1100"/>
          </a:p>
          <a:p>
            <a:pPr indent="0" lvl="0" marL="45720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000">
              <a:solidFill>
                <a:srgbClr val="06563A"/>
              </a:solidFill>
              <a:latin typeface="Poppins SemiBold"/>
              <a:ea typeface="Poppins SemiBold"/>
              <a:cs typeface="Poppins SemiBold"/>
              <a:sym typeface="Poppins SemiBold"/>
            </a:endParaRPr>
          </a:p>
          <a:p>
            <a:pPr indent="0" lvl="0" marL="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28" name="Google Shape;628;p128"/>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Validation</a:t>
            </a:r>
            <a:endParaRPr b="1" sz="900">
              <a:solidFill>
                <a:srgbClr val="85859F"/>
              </a:solidFill>
              <a:latin typeface="Lato"/>
              <a:ea typeface="Lato"/>
              <a:cs typeface="Lato"/>
              <a:sym typeface="Lato"/>
            </a:endParaRPr>
          </a:p>
        </p:txBody>
      </p:sp>
      <p:pic>
        <p:nvPicPr>
          <p:cNvPr id="629" name="Google Shape;629;p128"/>
          <p:cNvPicPr preferRelativeResize="0"/>
          <p:nvPr/>
        </p:nvPicPr>
        <p:blipFill>
          <a:blip r:embed="rId3">
            <a:alphaModFix/>
          </a:blip>
          <a:stretch>
            <a:fillRect/>
          </a:stretch>
        </p:blipFill>
        <p:spPr>
          <a:xfrm>
            <a:off x="7463512" y="573437"/>
            <a:ext cx="1108987" cy="224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29"/>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Implementation Approach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8" name="Shape 638"/>
        <p:cNvGrpSpPr/>
        <p:nvPr/>
      </p:nvGrpSpPr>
      <p:grpSpPr>
        <a:xfrm>
          <a:off x="0" y="0"/>
          <a:ext cx="0" cy="0"/>
          <a:chOff x="0" y="0"/>
          <a:chExt cx="0" cy="0"/>
        </a:xfrm>
      </p:grpSpPr>
      <p:sp>
        <p:nvSpPr>
          <p:cNvPr id="639" name="Google Shape;639;p130"/>
          <p:cNvSpPr/>
          <p:nvPr/>
        </p:nvSpPr>
        <p:spPr>
          <a:xfrm>
            <a:off x="574200" y="916200"/>
            <a:ext cx="3080100" cy="36561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spcBef>
                <a:spcPts val="0"/>
              </a:spcBef>
              <a:spcAft>
                <a:spcPts val="0"/>
              </a:spcAft>
              <a:buNone/>
            </a:pPr>
            <a:r>
              <a:rPr lang="en">
                <a:solidFill>
                  <a:srgbClr val="06563A"/>
                </a:solidFill>
                <a:latin typeface="Poppins SemiBold"/>
                <a:ea typeface="Poppins SemiBold"/>
                <a:cs typeface="Poppins SemiBold"/>
                <a:sym typeface="Poppins SemiBold"/>
              </a:rPr>
              <a:t>Loyalty Program – MVP Summary</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000">
              <a:solidFill>
                <a:srgbClr val="06563A"/>
              </a:solidFill>
              <a:latin typeface="Poppins SemiBold"/>
              <a:ea typeface="Poppins SemiBold"/>
              <a:cs typeface="Poppins SemiBold"/>
              <a:sym typeface="Poppins SemiBold"/>
            </a:endParaRPr>
          </a:p>
          <a:p>
            <a:pPr indent="0" lvl="0" marL="0" rtl="0" algn="l">
              <a:lnSpc>
                <a:spcPct val="115000"/>
              </a:lnSpc>
              <a:spcBef>
                <a:spcPts val="1000"/>
              </a:spcBef>
              <a:spcAft>
                <a:spcPts val="0"/>
              </a:spcAft>
              <a:buNone/>
            </a:pPr>
            <a:r>
              <a:rPr b="1" lang="en" sz="1100"/>
              <a:t>Objective:</a:t>
            </a:r>
            <a:endParaRPr b="1" sz="1100"/>
          </a:p>
          <a:p>
            <a:pPr indent="0" lvl="0" marL="0" rtl="0" algn="l">
              <a:lnSpc>
                <a:spcPct val="115000"/>
              </a:lnSpc>
              <a:spcBef>
                <a:spcPts val="1000"/>
              </a:spcBef>
              <a:spcAft>
                <a:spcPts val="0"/>
              </a:spcAft>
              <a:buNone/>
            </a:pPr>
            <a:r>
              <a:rPr lang="en" sz="1100"/>
              <a:t>Deliver a lightweight rewards experience that drives repeat stays and validates user interest before scaling</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40" name="Google Shape;640;p130"/>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MVP Features</a:t>
            </a:r>
            <a:endParaRPr b="1" sz="900">
              <a:solidFill>
                <a:srgbClr val="85859F"/>
              </a:solidFill>
              <a:latin typeface="Lato"/>
              <a:ea typeface="Lato"/>
              <a:cs typeface="Lato"/>
              <a:sym typeface="Lato"/>
            </a:endParaRPr>
          </a:p>
        </p:txBody>
      </p:sp>
      <p:pic>
        <p:nvPicPr>
          <p:cNvPr id="641" name="Google Shape;641;p130"/>
          <p:cNvPicPr preferRelativeResize="0"/>
          <p:nvPr/>
        </p:nvPicPr>
        <p:blipFill>
          <a:blip r:embed="rId3">
            <a:alphaModFix/>
          </a:blip>
          <a:stretch>
            <a:fillRect/>
          </a:stretch>
        </p:blipFill>
        <p:spPr>
          <a:xfrm>
            <a:off x="7463512" y="573437"/>
            <a:ext cx="1108987" cy="224725"/>
          </a:xfrm>
          <a:prstGeom prst="rect">
            <a:avLst/>
          </a:prstGeom>
          <a:noFill/>
          <a:ln>
            <a:noFill/>
          </a:ln>
        </p:spPr>
      </p:pic>
      <p:pic>
        <p:nvPicPr>
          <p:cNvPr id="642" name="Google Shape;642;p130"/>
          <p:cNvPicPr preferRelativeResize="0"/>
          <p:nvPr/>
        </p:nvPicPr>
        <p:blipFill>
          <a:blip r:embed="rId4">
            <a:alphaModFix/>
          </a:blip>
          <a:stretch>
            <a:fillRect/>
          </a:stretch>
        </p:blipFill>
        <p:spPr>
          <a:xfrm>
            <a:off x="5389058" y="4167092"/>
            <a:ext cx="198891" cy="188403"/>
          </a:xfrm>
          <a:prstGeom prst="rect">
            <a:avLst/>
          </a:prstGeom>
          <a:noFill/>
          <a:ln>
            <a:noFill/>
          </a:ln>
        </p:spPr>
      </p:pic>
      <p:sp>
        <p:nvSpPr>
          <p:cNvPr id="643" name="Google Shape;643;p130"/>
          <p:cNvSpPr/>
          <p:nvPr/>
        </p:nvSpPr>
        <p:spPr>
          <a:xfrm>
            <a:off x="3789950" y="800100"/>
            <a:ext cx="5354100" cy="38976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spcBef>
                <a:spcPts val="0"/>
              </a:spcBef>
              <a:spcAft>
                <a:spcPts val="0"/>
              </a:spcAft>
              <a:buNone/>
            </a:pPr>
            <a:r>
              <a:rPr lang="en">
                <a:solidFill>
                  <a:srgbClr val="06563A"/>
                </a:solidFill>
                <a:latin typeface="Poppins SemiBold"/>
                <a:ea typeface="Poppins SemiBold"/>
                <a:cs typeface="Poppins SemiBold"/>
                <a:sym typeface="Poppins SemiBold"/>
              </a:rPr>
              <a:t>MVP Features</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rgbClr val="06563A"/>
              </a:solidFill>
              <a:latin typeface="Poppins SemiBold"/>
              <a:ea typeface="Poppins SemiBold"/>
              <a:cs typeface="Poppins SemiBold"/>
              <a:sym typeface="Poppins SemiBold"/>
            </a:endParaRPr>
          </a:p>
          <a:p>
            <a:pPr indent="-298450" lvl="0" marL="457200" rtl="0" algn="l">
              <a:spcBef>
                <a:spcPts val="0"/>
              </a:spcBef>
              <a:spcAft>
                <a:spcPts val="0"/>
              </a:spcAft>
              <a:buSzPts val="1100"/>
              <a:buChar char="●"/>
            </a:pPr>
            <a:r>
              <a:rPr b="1" lang="en" sz="1100"/>
              <a:t>Points Earn &amp; Redeem- </a:t>
            </a:r>
            <a:r>
              <a:rPr lang="en" sz="1100"/>
              <a:t>Earn from stays + referrals; redeem for travel, grocery, restaurants, supplies and experiences.</a:t>
            </a:r>
            <a:endParaRPr sz="1100"/>
          </a:p>
          <a:p>
            <a:pPr indent="-298450" lvl="0" marL="457200" rtl="0" algn="l">
              <a:spcBef>
                <a:spcPts val="0"/>
              </a:spcBef>
              <a:spcAft>
                <a:spcPts val="0"/>
              </a:spcAft>
              <a:buSzPts val="1100"/>
              <a:buChar char="●"/>
            </a:pPr>
            <a:r>
              <a:rPr b="1" lang="en" sz="1100"/>
              <a:t>Rewards Dashboard- </a:t>
            </a:r>
            <a:r>
              <a:rPr lang="en" sz="1100"/>
              <a:t>Points balance, source breakdown, YTD chart, and quick “Redeem” entry point.</a:t>
            </a:r>
            <a:endParaRPr sz="1100"/>
          </a:p>
          <a:p>
            <a:pPr indent="-298450" lvl="0" marL="457200" rtl="0" algn="l">
              <a:lnSpc>
                <a:spcPct val="115000"/>
              </a:lnSpc>
              <a:spcBef>
                <a:spcPts val="0"/>
              </a:spcBef>
              <a:spcAft>
                <a:spcPts val="0"/>
              </a:spcAft>
              <a:buSzPts val="1100"/>
              <a:buChar char="●"/>
            </a:pPr>
            <a:r>
              <a:rPr b="1" lang="en" sz="1100"/>
              <a:t>Redemption Experience- </a:t>
            </a:r>
            <a:r>
              <a:rPr lang="en" sz="1100"/>
              <a:t> Recommendations, categories (Travel, Grocery, Restaurants, Experiences), and basic redemption history.</a:t>
            </a:r>
            <a:endParaRPr sz="1100"/>
          </a:p>
          <a:p>
            <a:pPr indent="-298450" lvl="0" marL="457200" rtl="0" algn="l">
              <a:lnSpc>
                <a:spcPct val="115000"/>
              </a:lnSpc>
              <a:spcBef>
                <a:spcPts val="0"/>
              </a:spcBef>
              <a:spcAft>
                <a:spcPts val="0"/>
              </a:spcAft>
              <a:buSzPts val="1100"/>
              <a:buChar char="●"/>
            </a:pPr>
            <a:r>
              <a:rPr b="1" lang="en" sz="1100"/>
              <a:t>Homepage Rewards Overview- </a:t>
            </a:r>
            <a:r>
              <a:rPr lang="en" sz="1100"/>
              <a:t>Tier + points available, quick access to Rewards and Special Offers.</a:t>
            </a:r>
            <a:endParaRPr sz="1100"/>
          </a:p>
          <a:p>
            <a:pPr indent="-298450" lvl="0" marL="457200" rtl="0" algn="l">
              <a:lnSpc>
                <a:spcPct val="115000"/>
              </a:lnSpc>
              <a:spcBef>
                <a:spcPts val="0"/>
              </a:spcBef>
              <a:spcAft>
                <a:spcPts val="0"/>
              </a:spcAft>
              <a:buSzPts val="1100"/>
              <a:buChar char="●"/>
            </a:pPr>
            <a:r>
              <a:rPr b="1" lang="en" sz="1100"/>
              <a:t>Notifications </a:t>
            </a:r>
            <a:r>
              <a:rPr lang="en" sz="1100"/>
              <a:t>Post-stay “points earned,” reward confirmation, and points expiry reminders</a:t>
            </a:r>
            <a:endParaRPr sz="1100"/>
          </a:p>
          <a:p>
            <a:pPr indent="-298450" lvl="0" marL="457200" rtl="0" algn="l">
              <a:lnSpc>
                <a:spcPct val="115000"/>
              </a:lnSpc>
              <a:spcBef>
                <a:spcPts val="0"/>
              </a:spcBef>
              <a:spcAft>
                <a:spcPts val="0"/>
              </a:spcAft>
              <a:buSzPts val="1100"/>
              <a:buChar char="●"/>
            </a:pPr>
            <a:r>
              <a:rPr b="1" lang="en" sz="1100"/>
              <a:t>Referral Program- </a:t>
            </a:r>
            <a:r>
              <a:rPr lang="en" sz="1100"/>
              <a:t>Share link → earn points when referral completes a booking.</a:t>
            </a:r>
            <a:endParaRPr sz="1100"/>
          </a:p>
          <a:p>
            <a:pPr indent="-298450" lvl="0" marL="457200" rtl="0" algn="l">
              <a:lnSpc>
                <a:spcPct val="115000"/>
              </a:lnSpc>
              <a:spcBef>
                <a:spcPts val="0"/>
              </a:spcBef>
              <a:spcAft>
                <a:spcPts val="0"/>
              </a:spcAft>
              <a:buSzPts val="1100"/>
              <a:buChar char="●"/>
            </a:pPr>
            <a:r>
              <a:rPr b="1" lang="en" sz="1100"/>
              <a:t>Support Experience- </a:t>
            </a:r>
            <a:r>
              <a:rPr lang="en" sz="1100"/>
              <a:t>Live Help tile with access to chat/FAQ</a:t>
            </a:r>
            <a:endParaRPr sz="1100"/>
          </a:p>
          <a:p>
            <a:pPr indent="0" lvl="0" marL="0" rtl="0" algn="l">
              <a:lnSpc>
                <a:spcPct val="115000"/>
              </a:lnSpc>
              <a:spcBef>
                <a:spcPts val="1200"/>
              </a:spcBef>
              <a:spcAft>
                <a:spcPts val="0"/>
              </a:spcAft>
              <a:buNone/>
            </a:pPr>
            <a:r>
              <a:t/>
            </a:r>
            <a:endParaRPr b="1" sz="1100"/>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7" name="Shape 647"/>
        <p:cNvGrpSpPr/>
        <p:nvPr/>
      </p:nvGrpSpPr>
      <p:grpSpPr>
        <a:xfrm>
          <a:off x="0" y="0"/>
          <a:ext cx="0" cy="0"/>
          <a:chOff x="0" y="0"/>
          <a:chExt cx="0" cy="0"/>
        </a:xfrm>
      </p:grpSpPr>
      <p:sp>
        <p:nvSpPr>
          <p:cNvPr id="648" name="Google Shape;648;p131"/>
          <p:cNvSpPr/>
          <p:nvPr/>
        </p:nvSpPr>
        <p:spPr>
          <a:xfrm>
            <a:off x="188125" y="1289825"/>
            <a:ext cx="3080100" cy="12756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spcBef>
                <a:spcPts val="0"/>
              </a:spcBef>
              <a:spcAft>
                <a:spcPts val="0"/>
              </a:spcAft>
              <a:buNone/>
            </a:pPr>
            <a:r>
              <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rPr lang="en">
                <a:solidFill>
                  <a:srgbClr val="06563A"/>
                </a:solidFill>
                <a:latin typeface="Poppins SemiBold"/>
                <a:ea typeface="Poppins SemiBold"/>
                <a:cs typeface="Poppins SemiBold"/>
                <a:sym typeface="Poppins SemiBold"/>
              </a:rPr>
              <a:t>     </a:t>
            </a:r>
            <a:r>
              <a:rPr lang="en">
                <a:solidFill>
                  <a:srgbClr val="06563A"/>
                </a:solidFill>
                <a:latin typeface="Poppins SemiBold"/>
                <a:ea typeface="Poppins SemiBold"/>
                <a:cs typeface="Poppins SemiBold"/>
                <a:sym typeface="Poppins SemiBold"/>
              </a:rPr>
              <a:t>Loyalty Program </a:t>
            </a: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49" name="Google Shape;649;p131"/>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MVP Features</a:t>
            </a:r>
            <a:endParaRPr b="1" sz="900">
              <a:solidFill>
                <a:srgbClr val="85859F"/>
              </a:solidFill>
              <a:latin typeface="Lato"/>
              <a:ea typeface="Lato"/>
              <a:cs typeface="Lato"/>
              <a:sym typeface="Lato"/>
            </a:endParaRPr>
          </a:p>
        </p:txBody>
      </p:sp>
      <p:pic>
        <p:nvPicPr>
          <p:cNvPr id="650" name="Google Shape;650;p131"/>
          <p:cNvPicPr preferRelativeResize="0"/>
          <p:nvPr/>
        </p:nvPicPr>
        <p:blipFill>
          <a:blip r:embed="rId3">
            <a:alphaModFix/>
          </a:blip>
          <a:stretch>
            <a:fillRect/>
          </a:stretch>
        </p:blipFill>
        <p:spPr>
          <a:xfrm>
            <a:off x="7463512" y="573437"/>
            <a:ext cx="1108987" cy="224725"/>
          </a:xfrm>
          <a:prstGeom prst="rect">
            <a:avLst/>
          </a:prstGeom>
          <a:noFill/>
          <a:ln>
            <a:noFill/>
          </a:ln>
        </p:spPr>
      </p:pic>
      <p:pic>
        <p:nvPicPr>
          <p:cNvPr id="651" name="Google Shape;651;p131"/>
          <p:cNvPicPr preferRelativeResize="0"/>
          <p:nvPr/>
        </p:nvPicPr>
        <p:blipFill>
          <a:blip r:embed="rId4">
            <a:alphaModFix/>
          </a:blip>
          <a:stretch>
            <a:fillRect/>
          </a:stretch>
        </p:blipFill>
        <p:spPr>
          <a:xfrm>
            <a:off x="5389058" y="4167092"/>
            <a:ext cx="198891" cy="188403"/>
          </a:xfrm>
          <a:prstGeom prst="rect">
            <a:avLst/>
          </a:prstGeom>
          <a:noFill/>
          <a:ln>
            <a:noFill/>
          </a:ln>
        </p:spPr>
      </p:pic>
      <p:sp>
        <p:nvSpPr>
          <p:cNvPr id="652" name="Google Shape;652;p131"/>
          <p:cNvSpPr/>
          <p:nvPr/>
        </p:nvSpPr>
        <p:spPr>
          <a:xfrm>
            <a:off x="3466150" y="971400"/>
            <a:ext cx="5354100" cy="37014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spcBef>
                <a:spcPts val="0"/>
              </a:spcBef>
              <a:spcAft>
                <a:spcPts val="0"/>
              </a:spcAft>
              <a:buNone/>
            </a:pPr>
            <a:r>
              <a:rPr lang="en">
                <a:solidFill>
                  <a:srgbClr val="06563A"/>
                </a:solidFill>
                <a:latin typeface="Poppins SemiBold"/>
                <a:ea typeface="Poppins SemiBold"/>
                <a:cs typeface="Poppins SemiBold"/>
                <a:sym typeface="Poppins SemiBold"/>
              </a:rPr>
              <a:t>Out of </a:t>
            </a:r>
            <a:r>
              <a:rPr lang="en">
                <a:solidFill>
                  <a:srgbClr val="06563A"/>
                </a:solidFill>
                <a:latin typeface="Poppins SemiBold"/>
                <a:ea typeface="Poppins SemiBold"/>
                <a:cs typeface="Poppins SemiBold"/>
                <a:sym typeface="Poppins SemiBold"/>
              </a:rPr>
              <a:t>MVP Features</a:t>
            </a:r>
            <a:endParaRPr>
              <a:solidFill>
                <a:srgbClr val="06563A"/>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rgbClr val="06563A"/>
              </a:solidFill>
              <a:latin typeface="Poppins SemiBold"/>
              <a:ea typeface="Poppins SemiBold"/>
              <a:cs typeface="Poppins SemiBold"/>
              <a:sym typeface="Poppins SemiBold"/>
            </a:endParaRPr>
          </a:p>
          <a:p>
            <a:pPr indent="-298450" lvl="0" marL="457200" rtl="0" algn="l">
              <a:lnSpc>
                <a:spcPct val="115000"/>
              </a:lnSpc>
              <a:spcBef>
                <a:spcPts val="1200"/>
              </a:spcBef>
              <a:spcAft>
                <a:spcPts val="0"/>
              </a:spcAft>
              <a:buSzPts val="1100"/>
              <a:buChar char="●"/>
            </a:pPr>
            <a:r>
              <a:rPr b="1" lang="en" sz="1100"/>
              <a:t>Tiered loyalty levels:</a:t>
            </a:r>
            <a:r>
              <a:rPr lang="en" sz="1100"/>
              <a:t> Higher rewards as users progress.</a:t>
            </a:r>
            <a:br>
              <a:rPr lang="en" sz="1100"/>
            </a:br>
            <a:endParaRPr sz="1100"/>
          </a:p>
          <a:p>
            <a:pPr indent="-298450" lvl="0" marL="457200" rtl="0" algn="l">
              <a:lnSpc>
                <a:spcPct val="115000"/>
              </a:lnSpc>
              <a:spcBef>
                <a:spcPts val="0"/>
              </a:spcBef>
              <a:spcAft>
                <a:spcPts val="0"/>
              </a:spcAft>
              <a:buSzPts val="1100"/>
              <a:buChar char="●"/>
            </a:pPr>
            <a:r>
              <a:rPr b="1" lang="en" sz="1100"/>
              <a:t>Personalized suggestions:</a:t>
            </a:r>
            <a:r>
              <a:rPr lang="en" sz="1100"/>
              <a:t> Rewards matched to user needs.</a:t>
            </a:r>
            <a:br>
              <a:rPr lang="en" sz="1100"/>
            </a:br>
            <a:endParaRPr sz="1100"/>
          </a:p>
          <a:p>
            <a:pPr indent="-298450" lvl="0" marL="457200" rtl="0" algn="l">
              <a:lnSpc>
                <a:spcPct val="115000"/>
              </a:lnSpc>
              <a:spcBef>
                <a:spcPts val="0"/>
              </a:spcBef>
              <a:spcAft>
                <a:spcPts val="0"/>
              </a:spcAft>
              <a:buSzPts val="1100"/>
              <a:buChar char="●"/>
            </a:pPr>
            <a:r>
              <a:rPr b="1" lang="en" sz="1100"/>
              <a:t>Vendor marketplace:</a:t>
            </a:r>
            <a:r>
              <a:rPr lang="en" sz="1100"/>
              <a:t> Access to partner services and supplies.</a:t>
            </a:r>
            <a:br>
              <a:rPr lang="en" sz="1100"/>
            </a:br>
            <a:endParaRPr sz="1100"/>
          </a:p>
          <a:p>
            <a:pPr indent="-298450" lvl="0" marL="457200" rtl="0" algn="l">
              <a:lnSpc>
                <a:spcPct val="115000"/>
              </a:lnSpc>
              <a:spcBef>
                <a:spcPts val="0"/>
              </a:spcBef>
              <a:spcAft>
                <a:spcPts val="0"/>
              </a:spcAft>
              <a:buSzPts val="1100"/>
              <a:buChar char="●"/>
            </a:pPr>
            <a:r>
              <a:rPr b="1" lang="en" sz="1100"/>
              <a:t>Event add-ons:</a:t>
            </a:r>
            <a:r>
              <a:rPr lang="en" sz="1100"/>
              <a:t> Redeem points for business events.</a:t>
            </a:r>
            <a:br>
              <a:rPr lang="en" sz="1100"/>
            </a:br>
            <a:endParaRPr sz="1100"/>
          </a:p>
          <a:p>
            <a:pPr indent="-298450" lvl="0" marL="457200" rtl="0" algn="l">
              <a:lnSpc>
                <a:spcPct val="115000"/>
              </a:lnSpc>
              <a:spcBef>
                <a:spcPts val="0"/>
              </a:spcBef>
              <a:spcAft>
                <a:spcPts val="0"/>
              </a:spcAft>
              <a:buSzPts val="1100"/>
              <a:buChar char="●"/>
            </a:pPr>
            <a:r>
              <a:rPr b="1" lang="en" sz="1100"/>
              <a:t>QR code redemption:</a:t>
            </a:r>
            <a:r>
              <a:rPr lang="en" sz="1100"/>
              <a:t> Instant, easy reward use.</a:t>
            </a:r>
            <a:br>
              <a:rPr lang="en" sz="1100"/>
            </a:br>
            <a:endParaRPr sz="1100"/>
          </a:p>
          <a:p>
            <a:pPr indent="-298450" lvl="0" marL="457200" rtl="0" algn="l">
              <a:lnSpc>
                <a:spcPct val="115000"/>
              </a:lnSpc>
              <a:spcBef>
                <a:spcPts val="0"/>
              </a:spcBef>
              <a:spcAft>
                <a:spcPts val="0"/>
              </a:spcAft>
              <a:buSzPts val="1100"/>
              <a:buChar char="●"/>
            </a:pPr>
            <a:r>
              <a:rPr b="1" lang="en" sz="1100"/>
              <a:t>Priority support:</a:t>
            </a:r>
            <a:r>
              <a:rPr lang="en" sz="1100"/>
              <a:t> Fast, dedicated assistance.</a:t>
            </a:r>
            <a:endParaRPr sz="1100"/>
          </a:p>
          <a:p>
            <a:pPr indent="0" lvl="0" marL="0" rtl="0" algn="l">
              <a:lnSpc>
                <a:spcPct val="115000"/>
              </a:lnSpc>
              <a:spcBef>
                <a:spcPts val="1200"/>
              </a:spcBef>
              <a:spcAft>
                <a:spcPts val="0"/>
              </a:spcAft>
              <a:buNone/>
            </a:pPr>
            <a:r>
              <a:t/>
            </a:r>
            <a:endParaRPr b="1" sz="1100"/>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6" name="Shape 656"/>
        <p:cNvGrpSpPr/>
        <p:nvPr/>
      </p:nvGrpSpPr>
      <p:grpSpPr>
        <a:xfrm>
          <a:off x="0" y="0"/>
          <a:ext cx="0" cy="0"/>
          <a:chOff x="0" y="0"/>
          <a:chExt cx="0" cy="0"/>
        </a:xfrm>
      </p:grpSpPr>
      <p:pic>
        <p:nvPicPr>
          <p:cNvPr id="657" name="Google Shape;657;p132"/>
          <p:cNvPicPr preferRelativeResize="0"/>
          <p:nvPr/>
        </p:nvPicPr>
        <p:blipFill>
          <a:blip r:embed="rId3">
            <a:alphaModFix/>
          </a:blip>
          <a:stretch>
            <a:fillRect/>
          </a:stretch>
        </p:blipFill>
        <p:spPr>
          <a:xfrm>
            <a:off x="7463512" y="346787"/>
            <a:ext cx="1108987" cy="224725"/>
          </a:xfrm>
          <a:prstGeom prst="rect">
            <a:avLst/>
          </a:prstGeom>
          <a:noFill/>
          <a:ln>
            <a:noFill/>
          </a:ln>
        </p:spPr>
      </p:pic>
      <p:pic>
        <p:nvPicPr>
          <p:cNvPr id="658" name="Google Shape;658;p132" title="Home Screen.PNG"/>
          <p:cNvPicPr preferRelativeResize="0"/>
          <p:nvPr/>
        </p:nvPicPr>
        <p:blipFill rotWithShape="1">
          <a:blip r:embed="rId4">
            <a:alphaModFix/>
          </a:blip>
          <a:srcRect b="2987" l="5028" r="2208" t="6490"/>
          <a:stretch/>
        </p:blipFill>
        <p:spPr>
          <a:xfrm>
            <a:off x="2633488" y="954088"/>
            <a:ext cx="1603375" cy="3349625"/>
          </a:xfrm>
          <a:prstGeom prst="rect">
            <a:avLst/>
          </a:prstGeom>
          <a:noFill/>
          <a:ln>
            <a:noFill/>
          </a:ln>
        </p:spPr>
      </p:pic>
      <p:pic>
        <p:nvPicPr>
          <p:cNvPr id="659" name="Google Shape;659;p132" title="Initial Screen.PNG"/>
          <p:cNvPicPr preferRelativeResize="0"/>
          <p:nvPr/>
        </p:nvPicPr>
        <p:blipFill rotWithShape="1">
          <a:blip r:embed="rId5">
            <a:alphaModFix/>
          </a:blip>
          <a:srcRect b="2307" l="0" r="0" t="7579"/>
          <a:stretch/>
        </p:blipFill>
        <p:spPr>
          <a:xfrm>
            <a:off x="103100" y="811024"/>
            <a:ext cx="1109000" cy="1817876"/>
          </a:xfrm>
          <a:prstGeom prst="rect">
            <a:avLst/>
          </a:prstGeom>
          <a:noFill/>
          <a:ln>
            <a:noFill/>
          </a:ln>
        </p:spPr>
      </p:pic>
      <p:pic>
        <p:nvPicPr>
          <p:cNvPr id="660" name="Google Shape;660;p132" title="Log In.PNG"/>
          <p:cNvPicPr preferRelativeResize="0"/>
          <p:nvPr/>
        </p:nvPicPr>
        <p:blipFill rotWithShape="1">
          <a:blip r:embed="rId6">
            <a:alphaModFix/>
          </a:blip>
          <a:srcRect b="2549" l="0" r="0" t="6076"/>
          <a:stretch/>
        </p:blipFill>
        <p:spPr>
          <a:xfrm>
            <a:off x="103100" y="2628911"/>
            <a:ext cx="1109000" cy="2155989"/>
          </a:xfrm>
          <a:prstGeom prst="rect">
            <a:avLst/>
          </a:prstGeom>
          <a:noFill/>
          <a:ln>
            <a:noFill/>
          </a:ln>
        </p:spPr>
      </p:pic>
      <p:pic>
        <p:nvPicPr>
          <p:cNvPr id="661" name="Google Shape;661;p132" title="Redemption.PNG"/>
          <p:cNvPicPr preferRelativeResize="0"/>
          <p:nvPr/>
        </p:nvPicPr>
        <p:blipFill rotWithShape="1">
          <a:blip r:embed="rId7">
            <a:alphaModFix/>
          </a:blip>
          <a:srcRect b="2169" l="6015" r="4612" t="7473"/>
          <a:stretch/>
        </p:blipFill>
        <p:spPr>
          <a:xfrm>
            <a:off x="6313225" y="798150"/>
            <a:ext cx="1544900" cy="4371974"/>
          </a:xfrm>
          <a:prstGeom prst="rect">
            <a:avLst/>
          </a:prstGeom>
          <a:noFill/>
          <a:ln>
            <a:noFill/>
          </a:ln>
        </p:spPr>
      </p:pic>
      <p:pic>
        <p:nvPicPr>
          <p:cNvPr id="662" name="Google Shape;662;p132" title="Reward Dashboard.PNG"/>
          <p:cNvPicPr preferRelativeResize="0"/>
          <p:nvPr/>
        </p:nvPicPr>
        <p:blipFill rotWithShape="1">
          <a:blip r:embed="rId8">
            <a:alphaModFix/>
          </a:blip>
          <a:srcRect b="5948" l="3584" r="4275" t="7480"/>
          <a:stretch/>
        </p:blipFill>
        <p:spPr>
          <a:xfrm>
            <a:off x="4333875" y="1009650"/>
            <a:ext cx="1828800" cy="3238501"/>
          </a:xfrm>
          <a:prstGeom prst="rect">
            <a:avLst/>
          </a:prstGeom>
          <a:noFill/>
          <a:ln>
            <a:noFill/>
          </a:ln>
        </p:spPr>
      </p:pic>
      <p:pic>
        <p:nvPicPr>
          <p:cNvPr id="663" name="Google Shape;663;p132" title="Sign Up.PNG"/>
          <p:cNvPicPr preferRelativeResize="0"/>
          <p:nvPr/>
        </p:nvPicPr>
        <p:blipFill rotWithShape="1">
          <a:blip r:embed="rId9">
            <a:alphaModFix/>
          </a:blip>
          <a:srcRect b="2796" l="4038" r="3992" t="5830"/>
          <a:stretch/>
        </p:blipFill>
        <p:spPr>
          <a:xfrm>
            <a:off x="1274050" y="1575675"/>
            <a:ext cx="1032050" cy="2364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33"/>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Use Cases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2" name="Shape 672"/>
        <p:cNvGrpSpPr/>
        <p:nvPr/>
      </p:nvGrpSpPr>
      <p:grpSpPr>
        <a:xfrm>
          <a:off x="0" y="0"/>
          <a:ext cx="0" cy="0"/>
          <a:chOff x="0" y="0"/>
          <a:chExt cx="0" cy="0"/>
        </a:xfrm>
      </p:grpSpPr>
      <p:sp>
        <p:nvSpPr>
          <p:cNvPr id="673" name="Google Shape;673;p134"/>
          <p:cNvSpPr/>
          <p:nvPr/>
        </p:nvSpPr>
        <p:spPr>
          <a:xfrm>
            <a:off x="143325" y="916200"/>
            <a:ext cx="9000600" cy="42273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rPr b="1" lang="en"/>
              <a:t>Use Case 1: Learning About Rewards &amp; Referring a Friend</a:t>
            </a:r>
            <a:endParaRPr b="1"/>
          </a:p>
          <a:p>
            <a:pPr indent="0" lvl="0" marL="0" rtl="0" algn="l">
              <a:lnSpc>
                <a:spcPct val="115000"/>
              </a:lnSpc>
              <a:spcBef>
                <a:spcPts val="1200"/>
              </a:spcBef>
              <a:spcAft>
                <a:spcPts val="0"/>
              </a:spcAft>
              <a:buNone/>
            </a:pPr>
            <a:r>
              <a:rPr b="1" lang="en" sz="1100"/>
              <a:t>Title:</a:t>
            </a:r>
            <a:r>
              <a:rPr lang="en" sz="1100"/>
              <a:t> Discover Rewards &amp; Refer a Friend</a:t>
            </a:r>
            <a:br>
              <a:rPr lang="en" sz="1100"/>
            </a:br>
            <a:r>
              <a:rPr lang="en" sz="1100"/>
              <a:t> </a:t>
            </a:r>
            <a:r>
              <a:rPr b="1" lang="en" sz="1100"/>
              <a:t>Persona:</a:t>
            </a:r>
            <a:r>
              <a:rPr lang="en" sz="1100"/>
              <a:t> Alice Brooks — Small Business Owner &amp; Traveler</a:t>
            </a:r>
            <a:endParaRPr sz="1100"/>
          </a:p>
          <a:p>
            <a:pPr indent="0" lvl="0" marL="0" rtl="0" algn="l">
              <a:lnSpc>
                <a:spcPct val="115000"/>
              </a:lnSpc>
              <a:spcBef>
                <a:spcPts val="1200"/>
              </a:spcBef>
              <a:spcAft>
                <a:spcPts val="0"/>
              </a:spcAft>
              <a:buNone/>
            </a:pPr>
            <a:r>
              <a:rPr b="1" lang="en" sz="1100"/>
              <a:t>Story:</a:t>
            </a:r>
            <a:br>
              <a:rPr b="1" lang="en" sz="1100"/>
            </a:br>
            <a:r>
              <a:rPr lang="en" sz="1100"/>
              <a:t> Alice gets an email about the new rewards program. She opens the app, learns how points work for bookings and referrals, and checks perks like ride credits, groceries, and event supplies. She shares her referral link with a colleague, who completes a booking. Alice gets a notification that her points are credited.</a:t>
            </a:r>
            <a:endParaRPr sz="1100"/>
          </a:p>
          <a:p>
            <a:pPr indent="0" lvl="0" marL="0" rtl="0" algn="l">
              <a:lnSpc>
                <a:spcPct val="115000"/>
              </a:lnSpc>
              <a:spcBef>
                <a:spcPts val="1200"/>
              </a:spcBef>
              <a:spcAft>
                <a:spcPts val="0"/>
              </a:spcAft>
              <a:buNone/>
            </a:pPr>
            <a:r>
              <a:rPr b="1" lang="en" sz="1100"/>
              <a:t>Outcome / Value:</a:t>
            </a:r>
            <a:endParaRPr b="1" sz="1100"/>
          </a:p>
          <a:p>
            <a:pPr indent="-298450" lvl="0" marL="457200" rtl="0" algn="l">
              <a:lnSpc>
                <a:spcPct val="115000"/>
              </a:lnSpc>
              <a:spcBef>
                <a:spcPts val="1200"/>
              </a:spcBef>
              <a:spcAft>
                <a:spcPts val="0"/>
              </a:spcAft>
              <a:buSzPts val="1100"/>
              <a:buChar char="●"/>
            </a:pPr>
            <a:r>
              <a:rPr lang="en" sz="1100"/>
              <a:t>Alice understands the program quickly</a:t>
            </a:r>
            <a:endParaRPr sz="1100"/>
          </a:p>
          <a:p>
            <a:pPr indent="-298450" lvl="0" marL="457200" rtl="0" algn="l">
              <a:lnSpc>
                <a:spcPct val="115000"/>
              </a:lnSpc>
              <a:spcBef>
                <a:spcPts val="0"/>
              </a:spcBef>
              <a:spcAft>
                <a:spcPts val="0"/>
              </a:spcAft>
              <a:buSzPts val="1100"/>
              <a:buChar char="●"/>
            </a:pPr>
            <a:r>
              <a:rPr lang="en" sz="1100"/>
              <a:t>Referral drives new user acquisition</a:t>
            </a:r>
            <a:endParaRPr sz="1100"/>
          </a:p>
          <a:p>
            <a:pPr indent="-298450" lvl="0" marL="457200" rtl="0" algn="l">
              <a:lnSpc>
                <a:spcPct val="115000"/>
              </a:lnSpc>
              <a:spcBef>
                <a:spcPts val="0"/>
              </a:spcBef>
              <a:spcAft>
                <a:spcPts val="0"/>
              </a:spcAft>
              <a:buSzPts val="1100"/>
              <a:buChar char="●"/>
            </a:pPr>
            <a:r>
              <a:rPr lang="en" sz="1100"/>
              <a:t>Higher engagement and repeat bookings</a:t>
            </a:r>
            <a:br>
              <a:rPr lang="en" sz="1100"/>
            </a:br>
            <a:endParaRPr sz="1100"/>
          </a:p>
          <a:p>
            <a:pPr indent="0" lvl="0" marL="0" rtl="0" algn="l">
              <a:lnSpc>
                <a:spcPct val="115000"/>
              </a:lnSpc>
              <a:spcBef>
                <a:spcPts val="1200"/>
              </a:spcBef>
              <a:spcAft>
                <a:spcPts val="0"/>
              </a:spcAft>
              <a:buNone/>
            </a:pPr>
            <a:br>
              <a:rPr lang="en" sz="1100"/>
            </a:br>
            <a:endParaRPr sz="1100"/>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74" name="Google Shape;674;p134"/>
          <p:cNvSpPr txBox="1"/>
          <p:nvPr/>
        </p:nvSpPr>
        <p:spPr>
          <a:xfrm>
            <a:off x="416475" y="571488"/>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PRD</a:t>
            </a:r>
            <a:endParaRPr b="1" sz="900">
              <a:solidFill>
                <a:srgbClr val="85859F"/>
              </a:solidFill>
              <a:latin typeface="Lato"/>
              <a:ea typeface="Lato"/>
              <a:cs typeface="Lato"/>
              <a:sym typeface="Lato"/>
            </a:endParaRPr>
          </a:p>
        </p:txBody>
      </p:sp>
      <p:pic>
        <p:nvPicPr>
          <p:cNvPr id="675" name="Google Shape;675;p134"/>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676" name="Google Shape;676;p134"/>
          <p:cNvSpPr/>
          <p:nvPr/>
        </p:nvSpPr>
        <p:spPr>
          <a:xfrm>
            <a:off x="4384500" y="3312225"/>
            <a:ext cx="4188000" cy="15129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Acceptance Criteria:</a:t>
            </a:r>
            <a:endParaRPr b="1" sz="1100"/>
          </a:p>
          <a:p>
            <a:pPr indent="-298450" lvl="0" marL="457200" rtl="0" algn="l">
              <a:lnSpc>
                <a:spcPct val="115000"/>
              </a:lnSpc>
              <a:spcBef>
                <a:spcPts val="1200"/>
              </a:spcBef>
              <a:spcAft>
                <a:spcPts val="0"/>
              </a:spcAft>
              <a:buSzPts val="1100"/>
              <a:buChar char="●"/>
            </a:pPr>
            <a:r>
              <a:rPr lang="en" sz="1100"/>
              <a:t>Clear rewards info</a:t>
            </a:r>
            <a:endParaRPr sz="1100"/>
          </a:p>
          <a:p>
            <a:pPr indent="-298450" lvl="0" marL="457200" rtl="0" algn="l">
              <a:lnSpc>
                <a:spcPct val="115000"/>
              </a:lnSpc>
              <a:spcBef>
                <a:spcPts val="0"/>
              </a:spcBef>
              <a:spcAft>
                <a:spcPts val="0"/>
              </a:spcAft>
              <a:buSzPts val="1100"/>
              <a:buChar char="●"/>
            </a:pPr>
            <a:r>
              <a:rPr lang="en" sz="1100"/>
              <a:t>Unique, trackable referral link</a:t>
            </a:r>
            <a:endParaRPr sz="1100"/>
          </a:p>
          <a:p>
            <a:pPr indent="-298450" lvl="0" marL="457200" rtl="0" algn="l">
              <a:lnSpc>
                <a:spcPct val="115000"/>
              </a:lnSpc>
              <a:spcBef>
                <a:spcPts val="0"/>
              </a:spcBef>
              <a:spcAft>
                <a:spcPts val="0"/>
              </a:spcAft>
              <a:buSzPts val="1100"/>
              <a:buChar char="●"/>
            </a:pPr>
            <a:r>
              <a:rPr lang="en" sz="1100"/>
              <a:t>Accurate point crediting</a:t>
            </a:r>
            <a:endParaRPr sz="1100"/>
          </a:p>
          <a:p>
            <a:pPr indent="-298450" lvl="0" marL="457200" rtl="0" algn="l">
              <a:lnSpc>
                <a:spcPct val="115000"/>
              </a:lnSpc>
              <a:spcBef>
                <a:spcPts val="0"/>
              </a:spcBef>
              <a:spcAft>
                <a:spcPts val="0"/>
              </a:spcAft>
              <a:buSzPts val="1100"/>
              <a:buChar char="●"/>
            </a:pPr>
            <a:r>
              <a:rPr lang="en" sz="1100"/>
              <a:t>Timely notification</a:t>
            </a:r>
            <a:endParaRPr>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0" name="Shape 680"/>
        <p:cNvGrpSpPr/>
        <p:nvPr/>
      </p:nvGrpSpPr>
      <p:grpSpPr>
        <a:xfrm>
          <a:off x="0" y="0"/>
          <a:ext cx="0" cy="0"/>
          <a:chOff x="0" y="0"/>
          <a:chExt cx="0" cy="0"/>
        </a:xfrm>
      </p:grpSpPr>
      <p:sp>
        <p:nvSpPr>
          <p:cNvPr id="681" name="Google Shape;681;p135"/>
          <p:cNvSpPr/>
          <p:nvPr/>
        </p:nvSpPr>
        <p:spPr>
          <a:xfrm>
            <a:off x="143325" y="916200"/>
            <a:ext cx="9000600" cy="42273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rPr b="1" lang="en"/>
              <a:t>Use Case </a:t>
            </a:r>
            <a:r>
              <a:rPr b="1" lang="en"/>
              <a:t>2: Redeeming Points via Dashboard &amp; Vendor Partnerships</a:t>
            </a:r>
            <a:endParaRPr b="1"/>
          </a:p>
          <a:p>
            <a:pPr indent="0" lvl="0" marL="0" rtl="0" algn="l">
              <a:lnSpc>
                <a:spcPct val="115000"/>
              </a:lnSpc>
              <a:spcBef>
                <a:spcPts val="1200"/>
              </a:spcBef>
              <a:spcAft>
                <a:spcPts val="0"/>
              </a:spcAft>
              <a:buNone/>
            </a:pPr>
            <a:r>
              <a:rPr b="1" lang="en" sz="1100"/>
              <a:t>Title:</a:t>
            </a:r>
            <a:r>
              <a:rPr lang="en" sz="1100"/>
              <a:t> Check Dashboard &amp; Redeem Rewards</a:t>
            </a:r>
            <a:br>
              <a:rPr lang="en" sz="1100"/>
            </a:br>
            <a:r>
              <a:rPr lang="en" sz="1100"/>
              <a:t> </a:t>
            </a:r>
            <a:r>
              <a:rPr b="1" lang="en" sz="1100"/>
              <a:t>Persona:</a:t>
            </a:r>
            <a:r>
              <a:rPr lang="en" sz="1100"/>
              <a:t> Alice Brooks</a:t>
            </a:r>
            <a:endParaRPr sz="1100"/>
          </a:p>
          <a:p>
            <a:pPr indent="0" lvl="0" marL="0" rtl="0" algn="l">
              <a:lnSpc>
                <a:spcPct val="115000"/>
              </a:lnSpc>
              <a:spcBef>
                <a:spcPts val="1200"/>
              </a:spcBef>
              <a:spcAft>
                <a:spcPts val="0"/>
              </a:spcAft>
              <a:buNone/>
            </a:pPr>
            <a:r>
              <a:rPr b="1" lang="en" sz="1100"/>
              <a:t>Story:</a:t>
            </a:r>
            <a:br>
              <a:rPr b="1" lang="en" sz="1100"/>
            </a:br>
            <a:r>
              <a:rPr lang="en" sz="1100"/>
              <a:t> Alice opens the Stay-N-Sleep Rewards Dashboard while planning a business workshop. She checks her points balance and redeems ride credits, grocery credits, and event supplies. Her selections are confirmed instantly, simplifying her planning and saving costs.</a:t>
            </a:r>
            <a:endParaRPr sz="1100"/>
          </a:p>
          <a:p>
            <a:pPr indent="0" lvl="0" marL="0" rtl="0" algn="l">
              <a:lnSpc>
                <a:spcPct val="115000"/>
              </a:lnSpc>
              <a:spcBef>
                <a:spcPts val="1200"/>
              </a:spcBef>
              <a:spcAft>
                <a:spcPts val="0"/>
              </a:spcAft>
              <a:buNone/>
            </a:pPr>
            <a:r>
              <a:rPr b="1" lang="en" sz="1100"/>
              <a:t>Outcome / Value:</a:t>
            </a:r>
            <a:endParaRPr b="1" sz="1100"/>
          </a:p>
          <a:p>
            <a:pPr indent="-298450" lvl="0" marL="457200" rtl="0" algn="l">
              <a:lnSpc>
                <a:spcPct val="115000"/>
              </a:lnSpc>
              <a:spcBef>
                <a:spcPts val="1200"/>
              </a:spcBef>
              <a:spcAft>
                <a:spcPts val="0"/>
              </a:spcAft>
              <a:buSzPts val="1100"/>
              <a:buChar char="●"/>
            </a:pPr>
            <a:r>
              <a:rPr lang="en" sz="1100"/>
              <a:t>Alice receives practical, business-relevant rewards</a:t>
            </a:r>
            <a:endParaRPr sz="1100"/>
          </a:p>
          <a:p>
            <a:pPr indent="-298450" lvl="0" marL="457200" rtl="0" algn="l">
              <a:lnSpc>
                <a:spcPct val="115000"/>
              </a:lnSpc>
              <a:spcBef>
                <a:spcPts val="0"/>
              </a:spcBef>
              <a:spcAft>
                <a:spcPts val="0"/>
              </a:spcAft>
              <a:buSzPts val="1100"/>
              <a:buChar char="●"/>
            </a:pPr>
            <a:r>
              <a:rPr lang="en" sz="1100"/>
              <a:t>Rewards reduce hassle and improve travel experience</a:t>
            </a:r>
            <a:endParaRPr sz="1100"/>
          </a:p>
          <a:p>
            <a:pPr indent="-298450" lvl="0" marL="457200" rtl="0" algn="l">
              <a:lnSpc>
                <a:spcPct val="115000"/>
              </a:lnSpc>
              <a:spcBef>
                <a:spcPts val="0"/>
              </a:spcBef>
              <a:spcAft>
                <a:spcPts val="0"/>
              </a:spcAft>
              <a:buSzPts val="1100"/>
              <a:buChar char="●"/>
            </a:pPr>
            <a:r>
              <a:rPr lang="en" sz="1100"/>
              <a:t>Reinforces loyalty to Stay-N-Sleep</a:t>
            </a:r>
            <a:br>
              <a:rPr lang="en" sz="1100"/>
            </a:br>
            <a:endParaRPr sz="1100"/>
          </a:p>
          <a:p>
            <a:pPr indent="0" lvl="0" marL="0" rtl="0" algn="l">
              <a:lnSpc>
                <a:spcPct val="115000"/>
              </a:lnSpc>
              <a:spcBef>
                <a:spcPts val="1200"/>
              </a:spcBef>
              <a:spcAft>
                <a:spcPts val="0"/>
              </a:spcAft>
              <a:buNone/>
            </a:pPr>
            <a:r>
              <a:t/>
            </a:r>
            <a:endParaRPr b="1"/>
          </a:p>
          <a:p>
            <a:pPr indent="0" lvl="0" marL="0" rtl="0" algn="l">
              <a:lnSpc>
                <a:spcPct val="115000"/>
              </a:lnSpc>
              <a:spcBef>
                <a:spcPts val="1200"/>
              </a:spcBef>
              <a:spcAft>
                <a:spcPts val="0"/>
              </a:spcAft>
              <a:buNone/>
            </a:pPr>
            <a:br>
              <a:rPr lang="en" sz="1100"/>
            </a:br>
            <a:endParaRPr sz="1100"/>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82" name="Google Shape;682;p135"/>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PRD</a:t>
            </a:r>
            <a:endParaRPr b="1" sz="900">
              <a:solidFill>
                <a:srgbClr val="85859F"/>
              </a:solidFill>
              <a:latin typeface="Lato"/>
              <a:ea typeface="Lato"/>
              <a:cs typeface="Lato"/>
              <a:sym typeface="Lato"/>
            </a:endParaRPr>
          </a:p>
        </p:txBody>
      </p:sp>
      <p:pic>
        <p:nvPicPr>
          <p:cNvPr id="683" name="Google Shape;683;p135"/>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684" name="Google Shape;684;p135"/>
          <p:cNvSpPr/>
          <p:nvPr/>
        </p:nvSpPr>
        <p:spPr>
          <a:xfrm>
            <a:off x="4384500" y="3312225"/>
            <a:ext cx="4188000" cy="15129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Acceptance Criteria:</a:t>
            </a:r>
            <a:endParaRPr b="1" sz="1100"/>
          </a:p>
          <a:p>
            <a:pPr indent="-298450" lvl="0" marL="457200" rtl="0" algn="l">
              <a:lnSpc>
                <a:spcPct val="115000"/>
              </a:lnSpc>
              <a:spcBef>
                <a:spcPts val="1200"/>
              </a:spcBef>
              <a:spcAft>
                <a:spcPts val="0"/>
              </a:spcAft>
              <a:buSzPts val="1100"/>
              <a:buChar char="●"/>
            </a:pPr>
            <a:r>
              <a:rPr lang="en" sz="1100"/>
              <a:t>Dashboard clearly shows points balance</a:t>
            </a:r>
            <a:endParaRPr sz="1100"/>
          </a:p>
          <a:p>
            <a:pPr indent="-298450" lvl="0" marL="457200" rtl="0" algn="l">
              <a:lnSpc>
                <a:spcPct val="115000"/>
              </a:lnSpc>
              <a:spcBef>
                <a:spcPts val="0"/>
              </a:spcBef>
              <a:spcAft>
                <a:spcPts val="0"/>
              </a:spcAft>
              <a:buSzPts val="1100"/>
              <a:buChar char="●"/>
            </a:pPr>
            <a:r>
              <a:rPr lang="en" sz="1100"/>
              <a:t>Redemption options align with user needs</a:t>
            </a:r>
            <a:endParaRPr sz="1100"/>
          </a:p>
          <a:p>
            <a:pPr indent="-298450" lvl="0" marL="457200" rtl="0" algn="l">
              <a:lnSpc>
                <a:spcPct val="115000"/>
              </a:lnSpc>
              <a:spcBef>
                <a:spcPts val="0"/>
              </a:spcBef>
              <a:spcAft>
                <a:spcPts val="0"/>
              </a:spcAft>
              <a:buSzPts val="1100"/>
              <a:buChar char="●"/>
            </a:pPr>
            <a:r>
              <a:rPr lang="en" sz="1100"/>
              <a:t>Points deducted accurately</a:t>
            </a:r>
            <a:endParaRPr sz="1100"/>
          </a:p>
          <a:p>
            <a:pPr indent="-298450" lvl="0" marL="457200" rtl="0" algn="l">
              <a:lnSpc>
                <a:spcPct val="115000"/>
              </a:lnSpc>
              <a:spcBef>
                <a:spcPts val="0"/>
              </a:spcBef>
              <a:spcAft>
                <a:spcPts val="0"/>
              </a:spcAft>
              <a:buSzPts val="1100"/>
              <a:buChar char="●"/>
            </a:pPr>
            <a:r>
              <a:rPr lang="en" sz="1100"/>
              <a:t>Notifications confirm reward use</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8" name="Shape 688"/>
        <p:cNvGrpSpPr/>
        <p:nvPr/>
      </p:nvGrpSpPr>
      <p:grpSpPr>
        <a:xfrm>
          <a:off x="0" y="0"/>
          <a:ext cx="0" cy="0"/>
          <a:chOff x="0" y="0"/>
          <a:chExt cx="0" cy="0"/>
        </a:xfrm>
      </p:grpSpPr>
      <p:sp>
        <p:nvSpPr>
          <p:cNvPr id="689" name="Google Shape;689;p136"/>
          <p:cNvSpPr/>
          <p:nvPr/>
        </p:nvSpPr>
        <p:spPr>
          <a:xfrm>
            <a:off x="143325" y="916200"/>
            <a:ext cx="9000600" cy="42273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rPr b="1" lang="en"/>
              <a:t>Use Case 3: Earned Rewards Notification After Stay</a:t>
            </a:r>
            <a:endParaRPr b="1"/>
          </a:p>
          <a:p>
            <a:pPr indent="0" lvl="0" marL="0" rtl="0" algn="l">
              <a:lnSpc>
                <a:spcPct val="115000"/>
              </a:lnSpc>
              <a:spcBef>
                <a:spcPts val="1200"/>
              </a:spcBef>
              <a:spcAft>
                <a:spcPts val="0"/>
              </a:spcAft>
              <a:buNone/>
            </a:pPr>
            <a:r>
              <a:rPr b="1" lang="en" sz="1100"/>
              <a:t>Title:</a:t>
            </a:r>
            <a:r>
              <a:rPr lang="en" sz="1100"/>
              <a:t> Receive Notification of Earned Rewards</a:t>
            </a:r>
            <a:br>
              <a:rPr lang="en" sz="1100"/>
            </a:br>
            <a:r>
              <a:rPr lang="en" sz="1100"/>
              <a:t> </a:t>
            </a:r>
            <a:r>
              <a:rPr b="1" lang="en" sz="1100"/>
              <a:t>Persona:</a:t>
            </a:r>
            <a:r>
              <a:rPr lang="en" sz="1100"/>
              <a:t> Alice Brooks</a:t>
            </a:r>
            <a:endParaRPr sz="1100"/>
          </a:p>
          <a:p>
            <a:pPr indent="0" lvl="0" marL="0" rtl="0" algn="l">
              <a:lnSpc>
                <a:spcPct val="115000"/>
              </a:lnSpc>
              <a:spcBef>
                <a:spcPts val="1200"/>
              </a:spcBef>
              <a:spcAft>
                <a:spcPts val="0"/>
              </a:spcAft>
              <a:buNone/>
            </a:pPr>
            <a:r>
              <a:rPr b="1" lang="en" sz="1100"/>
              <a:t>Story:</a:t>
            </a:r>
            <a:br>
              <a:rPr b="1" lang="en" sz="1100"/>
            </a:br>
            <a:r>
              <a:rPr lang="en" sz="1100"/>
              <a:t> After a business stay, Alice receives a notification showing points earned and suggested rewards. She logs in, checks her balance, and plans which perks to use next.</a:t>
            </a:r>
            <a:endParaRPr sz="1100"/>
          </a:p>
          <a:p>
            <a:pPr indent="0" lvl="0" marL="0" rtl="0" algn="l">
              <a:lnSpc>
                <a:spcPct val="115000"/>
              </a:lnSpc>
              <a:spcBef>
                <a:spcPts val="1200"/>
              </a:spcBef>
              <a:spcAft>
                <a:spcPts val="0"/>
              </a:spcAft>
              <a:buNone/>
            </a:pPr>
            <a:r>
              <a:rPr b="1" lang="en" sz="1100"/>
              <a:t>Outcome / Value:</a:t>
            </a:r>
            <a:endParaRPr b="1" sz="1100"/>
          </a:p>
          <a:p>
            <a:pPr indent="-298450" lvl="0" marL="457200" rtl="0" algn="l">
              <a:lnSpc>
                <a:spcPct val="115000"/>
              </a:lnSpc>
              <a:spcBef>
                <a:spcPts val="1200"/>
              </a:spcBef>
              <a:spcAft>
                <a:spcPts val="0"/>
              </a:spcAft>
              <a:buSzPts val="1100"/>
              <a:buChar char="●"/>
            </a:pPr>
            <a:r>
              <a:rPr lang="en" sz="1100"/>
              <a:t>Alice feels recognized and rewarded</a:t>
            </a:r>
            <a:endParaRPr sz="1100"/>
          </a:p>
          <a:p>
            <a:pPr indent="-298450" lvl="0" marL="457200" rtl="0" algn="l">
              <a:lnSpc>
                <a:spcPct val="115000"/>
              </a:lnSpc>
              <a:spcBef>
                <a:spcPts val="0"/>
              </a:spcBef>
              <a:spcAft>
                <a:spcPts val="0"/>
              </a:spcAft>
              <a:buSzPts val="1100"/>
              <a:buChar char="●"/>
            </a:pPr>
            <a:r>
              <a:rPr lang="en" sz="1100"/>
              <a:t>Encourages repeat bookings</a:t>
            </a:r>
            <a:endParaRPr sz="1100"/>
          </a:p>
          <a:p>
            <a:pPr indent="-298450" lvl="0" marL="457200" rtl="0" algn="l">
              <a:lnSpc>
                <a:spcPct val="115000"/>
              </a:lnSpc>
              <a:spcBef>
                <a:spcPts val="0"/>
              </a:spcBef>
              <a:spcAft>
                <a:spcPts val="0"/>
              </a:spcAft>
              <a:buSzPts val="1100"/>
              <a:buChar char="●"/>
            </a:pPr>
            <a:r>
              <a:rPr lang="en" sz="1100"/>
              <a:t>Smooth link between stay and rewards usage</a:t>
            </a:r>
            <a:endParaRPr b="1"/>
          </a:p>
          <a:p>
            <a:pPr indent="0" lvl="0" marL="0" rtl="0" algn="l">
              <a:lnSpc>
                <a:spcPct val="115000"/>
              </a:lnSpc>
              <a:spcBef>
                <a:spcPts val="1200"/>
              </a:spcBef>
              <a:spcAft>
                <a:spcPts val="0"/>
              </a:spcAft>
              <a:buNone/>
            </a:pPr>
            <a:r>
              <a:t/>
            </a:r>
            <a:endParaRPr b="1"/>
          </a:p>
          <a:p>
            <a:pPr indent="0" lvl="0" marL="0" rtl="0" algn="l">
              <a:lnSpc>
                <a:spcPct val="115000"/>
              </a:lnSpc>
              <a:spcBef>
                <a:spcPts val="1200"/>
              </a:spcBef>
              <a:spcAft>
                <a:spcPts val="0"/>
              </a:spcAft>
              <a:buNone/>
            </a:pPr>
            <a:br>
              <a:rPr lang="en" sz="1100"/>
            </a:br>
            <a:endParaRPr sz="1100"/>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690" name="Google Shape;690;p136"/>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PRD</a:t>
            </a:r>
            <a:endParaRPr b="1" sz="900">
              <a:solidFill>
                <a:srgbClr val="85859F"/>
              </a:solidFill>
              <a:latin typeface="Lato"/>
              <a:ea typeface="Lato"/>
              <a:cs typeface="Lato"/>
              <a:sym typeface="Lato"/>
            </a:endParaRPr>
          </a:p>
        </p:txBody>
      </p:sp>
      <p:pic>
        <p:nvPicPr>
          <p:cNvPr id="691" name="Google Shape;691;p136"/>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692" name="Google Shape;692;p136"/>
          <p:cNvSpPr/>
          <p:nvPr/>
        </p:nvSpPr>
        <p:spPr>
          <a:xfrm>
            <a:off x="4384500" y="3312225"/>
            <a:ext cx="4188000" cy="15129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Acceptance Criteria:</a:t>
            </a:r>
            <a:endParaRPr b="1" sz="1100"/>
          </a:p>
          <a:p>
            <a:pPr indent="-298450" lvl="0" marL="457200" rtl="0" algn="l">
              <a:lnSpc>
                <a:spcPct val="115000"/>
              </a:lnSpc>
              <a:spcBef>
                <a:spcPts val="1200"/>
              </a:spcBef>
              <a:spcAft>
                <a:spcPts val="0"/>
              </a:spcAft>
              <a:buSzPts val="1100"/>
              <a:buChar char="●"/>
            </a:pPr>
            <a:r>
              <a:rPr lang="en" sz="1100"/>
              <a:t>Notification sent promptly</a:t>
            </a:r>
            <a:endParaRPr sz="1100"/>
          </a:p>
          <a:p>
            <a:pPr indent="-298450" lvl="0" marL="457200" rtl="0" algn="l">
              <a:lnSpc>
                <a:spcPct val="115000"/>
              </a:lnSpc>
              <a:spcBef>
                <a:spcPts val="0"/>
              </a:spcBef>
              <a:spcAft>
                <a:spcPts val="0"/>
              </a:spcAft>
              <a:buSzPts val="1100"/>
              <a:buChar char="●"/>
            </a:pPr>
            <a:r>
              <a:rPr lang="en" sz="1100"/>
              <a:t>Points and rewards accurate</a:t>
            </a:r>
            <a:endParaRPr sz="1100"/>
          </a:p>
          <a:p>
            <a:pPr indent="-298450" lvl="0" marL="457200" rtl="0" algn="l">
              <a:lnSpc>
                <a:spcPct val="115000"/>
              </a:lnSpc>
              <a:spcBef>
                <a:spcPts val="0"/>
              </a:spcBef>
              <a:spcAft>
                <a:spcPts val="0"/>
              </a:spcAft>
              <a:buSzPts val="1100"/>
              <a:buChar char="●"/>
            </a:pPr>
            <a:r>
              <a:rPr lang="en" sz="1100"/>
              <a:t>Dashboard updated immediately</a:t>
            </a:r>
            <a:endParaRPr b="1"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37"/>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Success Metrics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1" name="Shape 701"/>
        <p:cNvGrpSpPr/>
        <p:nvPr/>
      </p:nvGrpSpPr>
      <p:grpSpPr>
        <a:xfrm>
          <a:off x="0" y="0"/>
          <a:ext cx="0" cy="0"/>
          <a:chOff x="0" y="0"/>
          <a:chExt cx="0" cy="0"/>
        </a:xfrm>
      </p:grpSpPr>
      <p:sp>
        <p:nvSpPr>
          <p:cNvPr id="702" name="Google Shape;702;p138"/>
          <p:cNvSpPr/>
          <p:nvPr/>
        </p:nvSpPr>
        <p:spPr>
          <a:xfrm>
            <a:off x="143325" y="916200"/>
            <a:ext cx="9000600" cy="42273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rPr b="1" lang="en"/>
              <a:t>Success Metrics</a:t>
            </a:r>
            <a:endParaRPr b="1"/>
          </a:p>
          <a:p>
            <a:pPr indent="0" lvl="0" marL="0" rtl="0" algn="l">
              <a:lnSpc>
                <a:spcPct val="115000"/>
              </a:lnSpc>
              <a:spcBef>
                <a:spcPts val="1400"/>
              </a:spcBef>
              <a:spcAft>
                <a:spcPts val="0"/>
              </a:spcAft>
              <a:buNone/>
            </a:pPr>
            <a:r>
              <a:rPr b="1" lang="en" sz="1300"/>
              <a:t>1. Engagement Metrics</a:t>
            </a:r>
            <a:endParaRPr b="1" sz="1300"/>
          </a:p>
          <a:p>
            <a:pPr indent="-298450" lvl="0" marL="457200" rtl="0" algn="l">
              <a:lnSpc>
                <a:spcPct val="115000"/>
              </a:lnSpc>
              <a:spcBef>
                <a:spcPts val="1200"/>
              </a:spcBef>
              <a:spcAft>
                <a:spcPts val="0"/>
              </a:spcAft>
              <a:buSzPts val="1100"/>
              <a:buChar char="●"/>
            </a:pPr>
            <a:r>
              <a:rPr b="1" lang="en" sz="1100"/>
              <a:t>Program Enrollment Rate:</a:t>
            </a:r>
            <a:r>
              <a:rPr lang="en" sz="1100"/>
              <a:t> 50% Enrollment of rewards by active users before Q2</a:t>
            </a:r>
            <a:endParaRPr sz="1100"/>
          </a:p>
          <a:p>
            <a:pPr indent="-298450" lvl="0" marL="457200" rtl="0" algn="l">
              <a:lnSpc>
                <a:spcPct val="115000"/>
              </a:lnSpc>
              <a:spcBef>
                <a:spcPts val="0"/>
              </a:spcBef>
              <a:spcAft>
                <a:spcPts val="0"/>
              </a:spcAft>
              <a:buSzPts val="1100"/>
              <a:buChar char="●"/>
            </a:pPr>
            <a:r>
              <a:rPr b="1" lang="en" sz="1100"/>
              <a:t>Active Loyalty Users:</a:t>
            </a:r>
            <a:r>
              <a:rPr lang="en" sz="1100"/>
              <a:t> 65% of enrolled users who earn or redeem points within a 3-month period.</a:t>
            </a:r>
            <a:endParaRPr sz="1100"/>
          </a:p>
          <a:p>
            <a:pPr indent="-298450" lvl="0" marL="457200" rtl="0" algn="l">
              <a:lnSpc>
                <a:spcPct val="115000"/>
              </a:lnSpc>
              <a:spcBef>
                <a:spcPts val="0"/>
              </a:spcBef>
              <a:spcAft>
                <a:spcPts val="0"/>
              </a:spcAft>
              <a:buSzPts val="1100"/>
              <a:buChar char="●"/>
            </a:pPr>
            <a:r>
              <a:rPr b="1" lang="en" sz="1100"/>
              <a:t>Referral Shares:</a:t>
            </a:r>
            <a:r>
              <a:rPr lang="en" sz="1100"/>
              <a:t> 15% of loyalty members who successfully refer at least one new user.</a:t>
            </a:r>
            <a:br>
              <a:rPr lang="en" sz="1100"/>
            </a:br>
            <a:endParaRPr sz="1100"/>
          </a:p>
          <a:p>
            <a:pPr indent="0" lvl="0" marL="0" rtl="0" algn="l">
              <a:lnSpc>
                <a:spcPct val="115000"/>
              </a:lnSpc>
              <a:spcBef>
                <a:spcPts val="1400"/>
              </a:spcBef>
              <a:spcAft>
                <a:spcPts val="0"/>
              </a:spcAft>
              <a:buNone/>
            </a:pPr>
            <a:r>
              <a:rPr b="1" lang="en" sz="1300"/>
              <a:t>2. Redemption Metrics</a:t>
            </a:r>
            <a:endParaRPr b="1" sz="1300"/>
          </a:p>
          <a:p>
            <a:pPr indent="-298450" lvl="0" marL="457200" rtl="0" algn="l">
              <a:lnSpc>
                <a:spcPct val="115000"/>
              </a:lnSpc>
              <a:spcBef>
                <a:spcPts val="1200"/>
              </a:spcBef>
              <a:spcAft>
                <a:spcPts val="0"/>
              </a:spcAft>
              <a:buSzPts val="1100"/>
              <a:buChar char="●"/>
            </a:pPr>
            <a:r>
              <a:rPr b="1" lang="en" sz="1100"/>
              <a:t>Redemption Rate:</a:t>
            </a:r>
            <a:r>
              <a:rPr lang="en" sz="1100"/>
              <a:t> 50% of earned points that members actually redeem for rewards</a:t>
            </a:r>
            <a:endParaRPr sz="1100"/>
          </a:p>
          <a:p>
            <a:pPr indent="-298450" lvl="0" marL="457200" rtl="0" algn="l">
              <a:lnSpc>
                <a:spcPct val="115000"/>
              </a:lnSpc>
              <a:spcBef>
                <a:spcPts val="0"/>
              </a:spcBef>
              <a:spcAft>
                <a:spcPts val="0"/>
              </a:spcAft>
              <a:buSzPts val="1100"/>
              <a:buChar char="●"/>
            </a:pPr>
            <a:r>
              <a:rPr b="1" lang="en" sz="1100"/>
              <a:t>Popular Rewards:</a:t>
            </a:r>
            <a:r>
              <a:rPr lang="en" sz="1100"/>
              <a:t> Most frequently redeemed rewards (ride credits, groceries, event supplies).</a:t>
            </a:r>
            <a:endParaRPr b="1" sz="1100"/>
          </a:p>
          <a:p>
            <a:pPr indent="0" lvl="0" marL="0" rtl="0" algn="l">
              <a:lnSpc>
                <a:spcPct val="115000"/>
              </a:lnSpc>
              <a:spcBef>
                <a:spcPts val="1200"/>
              </a:spcBef>
              <a:spcAft>
                <a:spcPts val="0"/>
              </a:spcAft>
              <a:buNone/>
            </a:pPr>
            <a:r>
              <a:t/>
            </a:r>
            <a:endParaRPr b="1"/>
          </a:p>
          <a:p>
            <a:pPr indent="0" lvl="0" marL="0" rtl="0" algn="l">
              <a:lnSpc>
                <a:spcPct val="115000"/>
              </a:lnSpc>
              <a:spcBef>
                <a:spcPts val="1200"/>
              </a:spcBef>
              <a:spcAft>
                <a:spcPts val="0"/>
              </a:spcAft>
              <a:buNone/>
            </a:pPr>
            <a:br>
              <a:rPr lang="en" sz="1100"/>
            </a:br>
            <a:endParaRPr sz="1100"/>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703" name="Google Shape;703;p138"/>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PRD</a:t>
            </a:r>
            <a:endParaRPr b="1" sz="900">
              <a:solidFill>
                <a:srgbClr val="85859F"/>
              </a:solidFill>
              <a:latin typeface="Lato"/>
              <a:ea typeface="Lato"/>
              <a:cs typeface="Lato"/>
              <a:sym typeface="Lato"/>
            </a:endParaRPr>
          </a:p>
        </p:txBody>
      </p:sp>
      <p:pic>
        <p:nvPicPr>
          <p:cNvPr id="704" name="Google Shape;704;p138"/>
          <p:cNvPicPr preferRelativeResize="0"/>
          <p:nvPr/>
        </p:nvPicPr>
        <p:blipFill>
          <a:blip r:embed="rId3">
            <a:alphaModFix/>
          </a:blip>
          <a:stretch>
            <a:fillRect/>
          </a:stretch>
        </p:blipFill>
        <p:spPr>
          <a:xfrm>
            <a:off x="7463512" y="573437"/>
            <a:ext cx="1108987" cy="224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8" name="Shape 708"/>
        <p:cNvGrpSpPr/>
        <p:nvPr/>
      </p:nvGrpSpPr>
      <p:grpSpPr>
        <a:xfrm>
          <a:off x="0" y="0"/>
          <a:ext cx="0" cy="0"/>
          <a:chOff x="0" y="0"/>
          <a:chExt cx="0" cy="0"/>
        </a:xfrm>
      </p:grpSpPr>
      <p:sp>
        <p:nvSpPr>
          <p:cNvPr id="709" name="Google Shape;709;p139"/>
          <p:cNvSpPr/>
          <p:nvPr/>
        </p:nvSpPr>
        <p:spPr>
          <a:xfrm>
            <a:off x="143325" y="798150"/>
            <a:ext cx="9000600" cy="4345200"/>
          </a:xfrm>
          <a:prstGeom prst="roundRect">
            <a:avLst>
              <a:gd fmla="val 2574" name="adj"/>
            </a:avLst>
          </a:prstGeom>
          <a:solidFill>
            <a:schemeClr val="accent6"/>
          </a:solidFill>
          <a:ln cap="flat" cmpd="sng" w="9525">
            <a:solidFill>
              <a:schemeClr val="accent6"/>
            </a:solidFill>
            <a:prstDash val="solid"/>
            <a:round/>
            <a:headEnd len="sm" w="sm" type="none"/>
            <a:tailEnd len="sm" w="sm" type="none"/>
          </a:ln>
        </p:spPr>
        <p:txBody>
          <a:bodyPr anchorCtr="0" anchor="t" bIns="365750" lIns="365750" spcFirstLastPara="1" rIns="365750" wrap="square" tIns="365750">
            <a:noAutofit/>
          </a:bodyPr>
          <a:lstStyle/>
          <a:p>
            <a:pPr indent="0" lvl="0" marL="0" rtl="0" algn="l">
              <a:lnSpc>
                <a:spcPct val="115000"/>
              </a:lnSpc>
              <a:spcBef>
                <a:spcPts val="1200"/>
              </a:spcBef>
              <a:spcAft>
                <a:spcPts val="0"/>
              </a:spcAft>
              <a:buNone/>
            </a:pPr>
            <a:r>
              <a:t/>
            </a:r>
            <a:endParaRPr sz="1100"/>
          </a:p>
          <a:p>
            <a:pPr indent="0" lvl="0" marL="0" rtl="0" algn="l">
              <a:lnSpc>
                <a:spcPct val="115000"/>
              </a:lnSpc>
              <a:spcBef>
                <a:spcPts val="1400"/>
              </a:spcBef>
              <a:spcAft>
                <a:spcPts val="0"/>
              </a:spcAft>
              <a:buNone/>
            </a:pPr>
            <a:r>
              <a:rPr b="1" lang="en" sz="1300"/>
              <a:t>3. Acquisition Metrics</a:t>
            </a:r>
            <a:endParaRPr b="1" sz="1300"/>
          </a:p>
          <a:p>
            <a:pPr indent="-298450" lvl="0" marL="457200" rtl="0" algn="l">
              <a:lnSpc>
                <a:spcPct val="115000"/>
              </a:lnSpc>
              <a:spcBef>
                <a:spcPts val="1200"/>
              </a:spcBef>
              <a:spcAft>
                <a:spcPts val="0"/>
              </a:spcAft>
              <a:buSzPts val="1100"/>
              <a:buChar char="●"/>
            </a:pPr>
            <a:r>
              <a:rPr b="1" lang="en" sz="1100"/>
              <a:t>Referral Conversion Rate:</a:t>
            </a:r>
            <a:r>
              <a:rPr lang="en" sz="1100"/>
              <a:t> </a:t>
            </a:r>
            <a:r>
              <a:rPr lang="en" sz="1100"/>
              <a:t>15% of loyalty members who successfully refer at least one new user.</a:t>
            </a:r>
            <a:endParaRPr sz="1100"/>
          </a:p>
          <a:p>
            <a:pPr indent="-298450" lvl="0" marL="457200" rtl="0" algn="l">
              <a:lnSpc>
                <a:spcPct val="115000"/>
              </a:lnSpc>
              <a:spcBef>
                <a:spcPts val="0"/>
              </a:spcBef>
              <a:spcAft>
                <a:spcPts val="0"/>
              </a:spcAft>
              <a:buSzPts val="1100"/>
              <a:buChar char="●"/>
            </a:pPr>
            <a:r>
              <a:rPr b="1" lang="en" sz="1100"/>
              <a:t>New Users via Referral:</a:t>
            </a:r>
            <a:r>
              <a:rPr lang="en" sz="1100"/>
              <a:t> 10% increase to number of new users acquired through the program.</a:t>
            </a:r>
            <a:endParaRPr sz="1100"/>
          </a:p>
          <a:p>
            <a:pPr indent="0" lvl="0" marL="0" rtl="0" algn="l">
              <a:lnSpc>
                <a:spcPct val="115000"/>
              </a:lnSpc>
              <a:spcBef>
                <a:spcPts val="1400"/>
              </a:spcBef>
              <a:spcAft>
                <a:spcPts val="0"/>
              </a:spcAft>
              <a:buNone/>
            </a:pPr>
            <a:r>
              <a:rPr b="1" lang="en" sz="1300"/>
              <a:t>4. Business Impact Metrics</a:t>
            </a:r>
            <a:endParaRPr b="1" sz="1300"/>
          </a:p>
          <a:p>
            <a:pPr indent="-298450" lvl="0" marL="457200" rtl="0" algn="l">
              <a:lnSpc>
                <a:spcPct val="115000"/>
              </a:lnSpc>
              <a:spcBef>
                <a:spcPts val="1200"/>
              </a:spcBef>
              <a:spcAft>
                <a:spcPts val="0"/>
              </a:spcAft>
              <a:buSzPts val="1100"/>
              <a:buChar char="●"/>
            </a:pPr>
            <a:r>
              <a:rPr b="1" lang="en" sz="1100"/>
              <a:t>Repeat Booking Rate:</a:t>
            </a:r>
            <a:r>
              <a:rPr lang="en" sz="1100"/>
              <a:t> % of loyalty members making multiple bookings.</a:t>
            </a:r>
            <a:br>
              <a:rPr lang="en" sz="1100"/>
            </a:br>
            <a:r>
              <a:rPr b="1" lang="en" sz="1100"/>
              <a:t>Average Booking Value (ABV):</a:t>
            </a:r>
            <a:r>
              <a:rPr lang="en" sz="1100"/>
              <a:t> Compare ABV for loyalty members vs non-members.</a:t>
            </a:r>
            <a:endParaRPr sz="1100"/>
          </a:p>
          <a:p>
            <a:pPr indent="-298450" lvl="0" marL="457200" rtl="0" algn="l">
              <a:lnSpc>
                <a:spcPct val="115000"/>
              </a:lnSpc>
              <a:spcBef>
                <a:spcPts val="0"/>
              </a:spcBef>
              <a:spcAft>
                <a:spcPts val="0"/>
              </a:spcAft>
              <a:buSzPts val="1100"/>
              <a:buChar char="●"/>
            </a:pPr>
            <a:r>
              <a:rPr b="1" lang="en" sz="1100"/>
              <a:t>Customer Satisfaction / NPS:</a:t>
            </a:r>
            <a:r>
              <a:rPr lang="en" sz="1100"/>
              <a:t> Post-redemption feedback or survey.</a:t>
            </a:r>
            <a:endParaRPr sz="1100"/>
          </a:p>
          <a:p>
            <a:pPr indent="0" lvl="0" marL="0" rtl="0" algn="l">
              <a:lnSpc>
                <a:spcPct val="115000"/>
              </a:lnSpc>
              <a:spcBef>
                <a:spcPts val="1400"/>
              </a:spcBef>
              <a:spcAft>
                <a:spcPts val="0"/>
              </a:spcAft>
              <a:buNone/>
            </a:pPr>
            <a:r>
              <a:rPr b="1" lang="en" sz="1300"/>
              <a:t>5. Operational Metrics</a:t>
            </a:r>
            <a:endParaRPr b="1" sz="1300"/>
          </a:p>
          <a:p>
            <a:pPr indent="-298450" lvl="0" marL="457200" rtl="0" algn="l">
              <a:lnSpc>
                <a:spcPct val="115000"/>
              </a:lnSpc>
              <a:spcBef>
                <a:spcPts val="1200"/>
              </a:spcBef>
              <a:spcAft>
                <a:spcPts val="0"/>
              </a:spcAft>
              <a:buSzPts val="1100"/>
              <a:buChar char="●"/>
            </a:pPr>
            <a:r>
              <a:rPr b="1" lang="en" sz="1100"/>
              <a:t>Points Accuracy:</a:t>
            </a:r>
            <a:r>
              <a:rPr lang="en" sz="1100"/>
              <a:t> % of points credited correctly after bookings or referrals.</a:t>
            </a:r>
            <a:endParaRPr sz="1100"/>
          </a:p>
          <a:p>
            <a:pPr indent="-298450" lvl="0" marL="457200" rtl="0" algn="l">
              <a:lnSpc>
                <a:spcPct val="115000"/>
              </a:lnSpc>
              <a:spcBef>
                <a:spcPts val="0"/>
              </a:spcBef>
              <a:spcAft>
                <a:spcPts val="0"/>
              </a:spcAft>
              <a:buSzPts val="1100"/>
              <a:buChar char="●"/>
            </a:pPr>
            <a:r>
              <a:rPr b="1" lang="en" sz="1100"/>
              <a:t>Notification Timeliness:</a:t>
            </a:r>
            <a:r>
              <a:rPr lang="en" sz="1100"/>
              <a:t> % of notifications sent successfully after points earned/redeemed.</a:t>
            </a:r>
            <a:endParaRPr b="1" sz="1100"/>
          </a:p>
          <a:p>
            <a:pPr indent="0" lvl="0" marL="0" rtl="0" algn="l">
              <a:lnSpc>
                <a:spcPct val="115000"/>
              </a:lnSpc>
              <a:spcBef>
                <a:spcPts val="1200"/>
              </a:spcBef>
              <a:spcAft>
                <a:spcPts val="0"/>
              </a:spcAft>
              <a:buNone/>
            </a:pPr>
            <a:r>
              <a:t/>
            </a:r>
            <a:endParaRPr b="1"/>
          </a:p>
          <a:p>
            <a:pPr indent="0" lvl="0" marL="0" rtl="0" algn="l">
              <a:lnSpc>
                <a:spcPct val="115000"/>
              </a:lnSpc>
              <a:spcBef>
                <a:spcPts val="1200"/>
              </a:spcBef>
              <a:spcAft>
                <a:spcPts val="0"/>
              </a:spcAft>
              <a:buNone/>
            </a:pPr>
            <a:br>
              <a:rPr lang="en" sz="1100"/>
            </a:br>
            <a:endParaRPr sz="1100"/>
          </a:p>
          <a:p>
            <a:pPr indent="0" lvl="0" marL="0" rtl="0" algn="l">
              <a:lnSpc>
                <a:spcPct val="115000"/>
              </a:lnSpc>
              <a:spcBef>
                <a:spcPts val="1200"/>
              </a:spcBef>
              <a:spcAft>
                <a:spcPts val="0"/>
              </a:spcAft>
              <a:buNone/>
            </a:pPr>
            <a:r>
              <a:t/>
            </a:r>
            <a:endParaRPr sz="1200">
              <a:solidFill>
                <a:srgbClr val="06563A"/>
              </a:solidFill>
              <a:latin typeface="Lato"/>
              <a:ea typeface="Lato"/>
              <a:cs typeface="Lato"/>
              <a:sym typeface="Lato"/>
            </a:endParaRPr>
          </a:p>
          <a:p>
            <a:pPr indent="0" lvl="0" marL="457200" rtl="0" algn="l">
              <a:spcBef>
                <a:spcPts val="1000"/>
              </a:spcBef>
              <a:spcAft>
                <a:spcPts val="0"/>
              </a:spcAft>
              <a:buNone/>
            </a:pP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br>
              <a:rPr lang="en" sz="1200">
                <a:solidFill>
                  <a:schemeClr val="lt1"/>
                </a:solidFill>
                <a:latin typeface="Lato"/>
                <a:ea typeface="Lato"/>
                <a:cs typeface="Lato"/>
                <a:sym typeface="Lato"/>
              </a:rPr>
            </a:br>
            <a:endParaRPr sz="12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710" name="Google Shape;710;p139"/>
          <p:cNvSpPr txBox="1"/>
          <p:nvPr/>
        </p:nvSpPr>
        <p:spPr>
          <a:xfrm>
            <a:off x="646200" y="571488"/>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PRD</a:t>
            </a:r>
            <a:endParaRPr b="1" sz="900">
              <a:solidFill>
                <a:srgbClr val="85859F"/>
              </a:solidFill>
              <a:latin typeface="Lato"/>
              <a:ea typeface="Lato"/>
              <a:cs typeface="Lato"/>
              <a:sym typeface="Lato"/>
            </a:endParaRPr>
          </a:p>
        </p:txBody>
      </p:sp>
      <p:pic>
        <p:nvPicPr>
          <p:cNvPr id="711" name="Google Shape;711;p139"/>
          <p:cNvPicPr preferRelativeResize="0"/>
          <p:nvPr/>
        </p:nvPicPr>
        <p:blipFill>
          <a:blip r:embed="rId3">
            <a:alphaModFix/>
          </a:blip>
          <a:stretch>
            <a:fillRect/>
          </a:stretch>
        </p:blipFill>
        <p:spPr>
          <a:xfrm>
            <a:off x="7463512" y="573437"/>
            <a:ext cx="1108987" cy="224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40"/>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Launch Strategy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41"/>
          <p:cNvSpPr txBox="1"/>
          <p:nvPr>
            <p:ph type="title"/>
          </p:nvPr>
        </p:nvSpPr>
        <p:spPr>
          <a:xfrm>
            <a:off x="173817" y="246800"/>
            <a:ext cx="6391500" cy="50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100">
                <a:latin typeface="Poppins ExtraBold"/>
                <a:ea typeface="Poppins ExtraBold"/>
                <a:cs typeface="Poppins ExtraBold"/>
                <a:sym typeface="Poppins ExtraBold"/>
              </a:rPr>
              <a:t>Stay Pro </a:t>
            </a:r>
            <a:r>
              <a:rPr b="0" lang="en" sz="2100">
                <a:latin typeface="Poppins ExtraBold"/>
                <a:ea typeface="Poppins ExtraBold"/>
                <a:cs typeface="Poppins ExtraBold"/>
                <a:sym typeface="Poppins ExtraBold"/>
              </a:rPr>
              <a:t>Rewards Roadmap</a:t>
            </a:r>
            <a:endParaRPr b="0" sz="2100">
              <a:latin typeface="Poppins ExtraBold"/>
              <a:ea typeface="Poppins ExtraBold"/>
              <a:cs typeface="Poppins ExtraBold"/>
              <a:sym typeface="Poppins ExtraBold"/>
            </a:endParaRPr>
          </a:p>
        </p:txBody>
      </p:sp>
      <p:sp>
        <p:nvSpPr>
          <p:cNvPr id="722" name="Google Shape;722;p141"/>
          <p:cNvSpPr/>
          <p:nvPr/>
        </p:nvSpPr>
        <p:spPr>
          <a:xfrm>
            <a:off x="3884025" y="1098351"/>
            <a:ext cx="1195200" cy="28170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Poppins Medium"/>
              <a:ea typeface="Poppins Medium"/>
              <a:cs typeface="Poppins Medium"/>
              <a:sym typeface="Poppins Medium"/>
            </a:endParaRPr>
          </a:p>
        </p:txBody>
      </p:sp>
      <p:sp>
        <p:nvSpPr>
          <p:cNvPr id="723" name="Google Shape;723;p141"/>
          <p:cNvSpPr/>
          <p:nvPr/>
        </p:nvSpPr>
        <p:spPr>
          <a:xfrm>
            <a:off x="1493475" y="1101600"/>
            <a:ext cx="1195200" cy="28170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1"/>
          <p:cNvSpPr/>
          <p:nvPr/>
        </p:nvSpPr>
        <p:spPr>
          <a:xfrm>
            <a:off x="2686500" y="1015150"/>
            <a:ext cx="1195200" cy="29034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1"/>
          <p:cNvSpPr/>
          <p:nvPr/>
        </p:nvSpPr>
        <p:spPr>
          <a:xfrm>
            <a:off x="1491891"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Q1</a:t>
            </a:r>
            <a:endParaRPr b="1" sz="800">
              <a:solidFill>
                <a:srgbClr val="FFFFFF"/>
              </a:solidFill>
              <a:latin typeface="Roboto"/>
              <a:ea typeface="Roboto"/>
              <a:cs typeface="Roboto"/>
              <a:sym typeface="Roboto"/>
            </a:endParaRPr>
          </a:p>
        </p:txBody>
      </p:sp>
      <p:sp>
        <p:nvSpPr>
          <p:cNvPr id="726" name="Google Shape;726;p141"/>
          <p:cNvSpPr/>
          <p:nvPr/>
        </p:nvSpPr>
        <p:spPr>
          <a:xfrm>
            <a:off x="2687747"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Q2</a:t>
            </a:r>
            <a:endParaRPr b="1" sz="800">
              <a:solidFill>
                <a:srgbClr val="FFFFFF"/>
              </a:solidFill>
              <a:latin typeface="Roboto"/>
              <a:ea typeface="Roboto"/>
              <a:cs typeface="Roboto"/>
              <a:sym typeface="Roboto"/>
            </a:endParaRPr>
          </a:p>
        </p:txBody>
      </p:sp>
      <p:sp>
        <p:nvSpPr>
          <p:cNvPr id="727" name="Google Shape;727;p141"/>
          <p:cNvSpPr/>
          <p:nvPr/>
        </p:nvSpPr>
        <p:spPr>
          <a:xfrm>
            <a:off x="3883823"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Q3</a:t>
            </a:r>
            <a:endParaRPr b="1" sz="800">
              <a:solidFill>
                <a:srgbClr val="FFFFFF"/>
              </a:solidFill>
              <a:latin typeface="Roboto"/>
              <a:ea typeface="Roboto"/>
              <a:cs typeface="Roboto"/>
              <a:sym typeface="Roboto"/>
            </a:endParaRPr>
          </a:p>
        </p:txBody>
      </p:sp>
      <p:sp>
        <p:nvSpPr>
          <p:cNvPr id="728" name="Google Shape;728;p141"/>
          <p:cNvSpPr/>
          <p:nvPr/>
        </p:nvSpPr>
        <p:spPr>
          <a:xfrm>
            <a:off x="179660" y="1544878"/>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Uniquely tailored reward offers</a:t>
            </a:r>
            <a:endParaRPr sz="800">
              <a:solidFill>
                <a:srgbClr val="FFFFFF"/>
              </a:solidFill>
              <a:latin typeface="Roboto"/>
              <a:ea typeface="Roboto"/>
              <a:cs typeface="Roboto"/>
              <a:sym typeface="Roboto"/>
            </a:endParaRPr>
          </a:p>
        </p:txBody>
      </p:sp>
      <p:sp>
        <p:nvSpPr>
          <p:cNvPr id="729" name="Google Shape;729;p141"/>
          <p:cNvSpPr/>
          <p:nvPr/>
        </p:nvSpPr>
        <p:spPr>
          <a:xfrm>
            <a:off x="185825" y="2022555"/>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Increased Customer Lifetime Value</a:t>
            </a:r>
            <a:endParaRPr sz="800">
              <a:solidFill>
                <a:srgbClr val="FFFFFF"/>
              </a:solidFill>
              <a:latin typeface="Roboto"/>
              <a:ea typeface="Roboto"/>
              <a:cs typeface="Roboto"/>
              <a:sym typeface="Roboto"/>
            </a:endParaRPr>
          </a:p>
        </p:txBody>
      </p:sp>
      <p:sp>
        <p:nvSpPr>
          <p:cNvPr id="730" name="Google Shape;730;p141"/>
          <p:cNvSpPr/>
          <p:nvPr/>
        </p:nvSpPr>
        <p:spPr>
          <a:xfrm>
            <a:off x="185825" y="2500215"/>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Leverage Key Partnerships</a:t>
            </a:r>
            <a:endParaRPr sz="800">
              <a:solidFill>
                <a:srgbClr val="FFFFFF"/>
              </a:solidFill>
              <a:latin typeface="Roboto"/>
              <a:ea typeface="Roboto"/>
              <a:cs typeface="Roboto"/>
              <a:sym typeface="Roboto"/>
            </a:endParaRPr>
          </a:p>
        </p:txBody>
      </p:sp>
      <p:sp>
        <p:nvSpPr>
          <p:cNvPr id="731" name="Google Shape;731;p141"/>
          <p:cNvSpPr/>
          <p:nvPr/>
        </p:nvSpPr>
        <p:spPr>
          <a:xfrm>
            <a:off x="184350" y="2977890"/>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Referrals ᛫ Bundle ᛫ Exposure</a:t>
            </a:r>
            <a:endParaRPr sz="800">
              <a:solidFill>
                <a:srgbClr val="FFFFFF"/>
              </a:solidFill>
              <a:latin typeface="Roboto"/>
              <a:ea typeface="Roboto"/>
              <a:cs typeface="Roboto"/>
              <a:sym typeface="Roboto"/>
            </a:endParaRPr>
          </a:p>
        </p:txBody>
      </p:sp>
      <p:sp>
        <p:nvSpPr>
          <p:cNvPr id="732" name="Google Shape;732;p141"/>
          <p:cNvSpPr/>
          <p:nvPr/>
        </p:nvSpPr>
        <p:spPr>
          <a:xfrm>
            <a:off x="184350" y="1082449"/>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Higher rebooking Rates</a:t>
            </a:r>
            <a:endParaRPr sz="800">
              <a:solidFill>
                <a:srgbClr val="FFFFFF"/>
              </a:solidFill>
              <a:latin typeface="Roboto"/>
              <a:ea typeface="Roboto"/>
              <a:cs typeface="Roboto"/>
              <a:sym typeface="Roboto"/>
            </a:endParaRPr>
          </a:p>
        </p:txBody>
      </p:sp>
      <p:sp>
        <p:nvSpPr>
          <p:cNvPr id="733" name="Google Shape;733;p141"/>
          <p:cNvSpPr txBox="1"/>
          <p:nvPr/>
        </p:nvSpPr>
        <p:spPr>
          <a:xfrm>
            <a:off x="187263" y="3971086"/>
            <a:ext cx="526800" cy="9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
              <a:solidFill>
                <a:schemeClr val="accent2"/>
              </a:solidFill>
              <a:latin typeface="Poppins Light"/>
              <a:ea typeface="Poppins Light"/>
              <a:cs typeface="Poppins Light"/>
              <a:sym typeface="Poppins Light"/>
            </a:endParaRPr>
          </a:p>
        </p:txBody>
      </p:sp>
      <p:sp>
        <p:nvSpPr>
          <p:cNvPr id="734" name="Google Shape;734;p141"/>
          <p:cNvSpPr/>
          <p:nvPr/>
        </p:nvSpPr>
        <p:spPr>
          <a:xfrm>
            <a:off x="6275281"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Q1</a:t>
            </a:r>
            <a:endParaRPr b="1" sz="800">
              <a:solidFill>
                <a:srgbClr val="FFFFFF"/>
              </a:solidFill>
              <a:latin typeface="Roboto"/>
              <a:ea typeface="Roboto"/>
              <a:cs typeface="Roboto"/>
              <a:sym typeface="Roboto"/>
            </a:endParaRPr>
          </a:p>
        </p:txBody>
      </p:sp>
      <p:sp>
        <p:nvSpPr>
          <p:cNvPr id="735" name="Google Shape;735;p141"/>
          <p:cNvSpPr/>
          <p:nvPr/>
        </p:nvSpPr>
        <p:spPr>
          <a:xfrm>
            <a:off x="7471355"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Q2</a:t>
            </a:r>
            <a:endParaRPr b="1" sz="800">
              <a:solidFill>
                <a:srgbClr val="FFFFFF"/>
              </a:solidFill>
              <a:latin typeface="Roboto"/>
              <a:ea typeface="Roboto"/>
              <a:cs typeface="Roboto"/>
              <a:sym typeface="Roboto"/>
            </a:endParaRPr>
          </a:p>
        </p:txBody>
      </p:sp>
      <p:sp>
        <p:nvSpPr>
          <p:cNvPr id="736" name="Google Shape;736;p141"/>
          <p:cNvSpPr/>
          <p:nvPr/>
        </p:nvSpPr>
        <p:spPr>
          <a:xfrm>
            <a:off x="185300" y="795165"/>
            <a:ext cx="1306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rgbClr val="FFFFFF"/>
              </a:solidFill>
              <a:latin typeface="Roboto"/>
              <a:ea typeface="Roboto"/>
              <a:cs typeface="Roboto"/>
              <a:sym typeface="Roboto"/>
            </a:endParaRPr>
          </a:p>
        </p:txBody>
      </p:sp>
      <p:sp>
        <p:nvSpPr>
          <p:cNvPr id="737" name="Google Shape;737;p141"/>
          <p:cNvSpPr/>
          <p:nvPr/>
        </p:nvSpPr>
        <p:spPr>
          <a:xfrm flipH="1">
            <a:off x="1500500" y="1101525"/>
            <a:ext cx="1186800" cy="443700"/>
          </a:xfrm>
          <a:prstGeom prst="round2SameRect">
            <a:avLst>
              <a:gd fmla="val 50000" name="adj1"/>
              <a:gd fmla="val 50000" name="adj2"/>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1"/>
                </a:solidFill>
                <a:latin typeface="Poppins Medium"/>
                <a:ea typeface="Poppins Medium"/>
                <a:cs typeface="Poppins Medium"/>
                <a:sym typeface="Poppins Medium"/>
              </a:rPr>
              <a:t>Rewards Structure and UX Designs</a:t>
            </a:r>
            <a:endParaRPr sz="700">
              <a:solidFill>
                <a:schemeClr val="lt1"/>
              </a:solidFill>
              <a:latin typeface="Poppins Medium"/>
              <a:ea typeface="Poppins Medium"/>
              <a:cs typeface="Poppins Medium"/>
              <a:sym typeface="Poppins Medium"/>
            </a:endParaRPr>
          </a:p>
        </p:txBody>
      </p:sp>
      <p:sp>
        <p:nvSpPr>
          <p:cNvPr id="738" name="Google Shape;738;p141"/>
          <p:cNvSpPr/>
          <p:nvPr/>
        </p:nvSpPr>
        <p:spPr>
          <a:xfrm>
            <a:off x="187280" y="3455565"/>
            <a:ext cx="1306200" cy="4629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Poppins"/>
                <a:ea typeface="Poppins"/>
                <a:cs typeface="Poppins"/>
                <a:sym typeface="Poppins"/>
              </a:rPr>
              <a:t>Lower Customer Acquisition Costs</a:t>
            </a:r>
            <a:endParaRPr sz="800">
              <a:solidFill>
                <a:srgbClr val="FFFFFF"/>
              </a:solidFill>
              <a:latin typeface="Roboto"/>
              <a:ea typeface="Roboto"/>
              <a:cs typeface="Roboto"/>
              <a:sym typeface="Roboto"/>
            </a:endParaRPr>
          </a:p>
        </p:txBody>
      </p:sp>
      <p:sp>
        <p:nvSpPr>
          <p:cNvPr id="739" name="Google Shape;739;p141"/>
          <p:cNvSpPr/>
          <p:nvPr/>
        </p:nvSpPr>
        <p:spPr>
          <a:xfrm>
            <a:off x="5078431" y="1098351"/>
            <a:ext cx="1195200" cy="28170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Poppins Medium"/>
              <a:ea typeface="Poppins Medium"/>
              <a:cs typeface="Poppins Medium"/>
              <a:sym typeface="Poppins Medium"/>
            </a:endParaRPr>
          </a:p>
        </p:txBody>
      </p:sp>
      <p:sp>
        <p:nvSpPr>
          <p:cNvPr id="740" name="Google Shape;740;p141"/>
          <p:cNvSpPr/>
          <p:nvPr/>
        </p:nvSpPr>
        <p:spPr>
          <a:xfrm>
            <a:off x="6275650" y="1101601"/>
            <a:ext cx="1195200" cy="28170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Poppins Medium"/>
              <a:ea typeface="Poppins Medium"/>
              <a:cs typeface="Poppins Medium"/>
              <a:sym typeface="Poppins Medium"/>
            </a:endParaRPr>
          </a:p>
        </p:txBody>
      </p:sp>
      <p:sp>
        <p:nvSpPr>
          <p:cNvPr id="741" name="Google Shape;741;p141"/>
          <p:cNvSpPr/>
          <p:nvPr/>
        </p:nvSpPr>
        <p:spPr>
          <a:xfrm flipH="1">
            <a:off x="2686326" y="1554475"/>
            <a:ext cx="3013500" cy="443700"/>
          </a:xfrm>
          <a:prstGeom prst="round2SameRect">
            <a:avLst>
              <a:gd fmla="val 50000" name="adj1"/>
              <a:gd fmla="val 50000" name="adj2"/>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Poppins Medium"/>
                <a:ea typeface="Poppins Medium"/>
                <a:cs typeface="Poppins Medium"/>
                <a:sym typeface="Poppins Medium"/>
              </a:rPr>
              <a:t>Client Rewards Experience</a:t>
            </a:r>
            <a:endParaRPr sz="900">
              <a:solidFill>
                <a:schemeClr val="lt1"/>
              </a:solidFill>
              <a:latin typeface="Poppins Medium"/>
              <a:ea typeface="Poppins Medium"/>
              <a:cs typeface="Poppins Medium"/>
              <a:sym typeface="Poppins Medium"/>
            </a:endParaRPr>
          </a:p>
        </p:txBody>
      </p:sp>
      <p:sp>
        <p:nvSpPr>
          <p:cNvPr id="742" name="Google Shape;742;p141"/>
          <p:cNvSpPr/>
          <p:nvPr/>
        </p:nvSpPr>
        <p:spPr>
          <a:xfrm>
            <a:off x="7476575" y="1101601"/>
            <a:ext cx="1195200" cy="2817000"/>
          </a:xfrm>
          <a:prstGeom prst="rect">
            <a:avLst/>
          </a:prstGeom>
          <a:gradFill>
            <a:gsLst>
              <a:gs pos="0">
                <a:srgbClr val="FFFFFF"/>
              </a:gs>
              <a:gs pos="100000">
                <a:srgbClr val="B9B9C2"/>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Poppins Medium"/>
              <a:ea typeface="Poppins Medium"/>
              <a:cs typeface="Poppins Medium"/>
              <a:sym typeface="Poppins Medium"/>
            </a:endParaRPr>
          </a:p>
        </p:txBody>
      </p:sp>
      <p:sp>
        <p:nvSpPr>
          <p:cNvPr id="743" name="Google Shape;743;p141"/>
          <p:cNvSpPr/>
          <p:nvPr/>
        </p:nvSpPr>
        <p:spPr>
          <a:xfrm>
            <a:off x="6326675" y="3190050"/>
            <a:ext cx="2345100" cy="560100"/>
          </a:xfrm>
          <a:prstGeom prst="chevron">
            <a:avLst>
              <a:gd fmla="val 50000" name="adj"/>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Medium"/>
                <a:ea typeface="Poppins Medium"/>
                <a:cs typeface="Poppins Medium"/>
                <a:sym typeface="Poppins Medium"/>
              </a:rPr>
              <a:t>Tiered Loyalty Reward Program</a:t>
            </a:r>
            <a:endParaRPr sz="1000">
              <a:solidFill>
                <a:schemeClr val="lt1"/>
              </a:solidFill>
              <a:latin typeface="Poppins Medium"/>
              <a:ea typeface="Poppins Medium"/>
              <a:cs typeface="Poppins Medium"/>
              <a:sym typeface="Poppins Medium"/>
            </a:endParaRPr>
          </a:p>
          <a:p>
            <a:pPr indent="0" lvl="0" marL="0" rtl="0" algn="ctr">
              <a:spcBef>
                <a:spcPts val="0"/>
              </a:spcBef>
              <a:spcAft>
                <a:spcPts val="0"/>
              </a:spcAft>
              <a:buNone/>
            </a:pPr>
            <a:r>
              <a:rPr lang="en" sz="1000">
                <a:solidFill>
                  <a:schemeClr val="lt1"/>
                </a:solidFill>
                <a:latin typeface="Poppins Medium"/>
                <a:ea typeface="Poppins Medium"/>
                <a:cs typeface="Poppins Medium"/>
                <a:sym typeface="Poppins Medium"/>
              </a:rPr>
              <a:t>(Silver, Gold, Platinum)</a:t>
            </a:r>
            <a:endParaRPr sz="1000">
              <a:solidFill>
                <a:schemeClr val="lt1"/>
              </a:solidFill>
              <a:latin typeface="Poppins Medium"/>
              <a:ea typeface="Poppins Medium"/>
              <a:cs typeface="Poppins Medium"/>
              <a:sym typeface="Poppins Medium"/>
            </a:endParaRPr>
          </a:p>
        </p:txBody>
      </p:sp>
      <p:sp>
        <p:nvSpPr>
          <p:cNvPr id="744" name="Google Shape;744;p141"/>
          <p:cNvSpPr/>
          <p:nvPr/>
        </p:nvSpPr>
        <p:spPr>
          <a:xfrm flipH="1">
            <a:off x="6274575" y="2475850"/>
            <a:ext cx="2021100" cy="443700"/>
          </a:xfrm>
          <a:prstGeom prst="round2SameRect">
            <a:avLst>
              <a:gd fmla="val 50000" name="adj1"/>
              <a:gd fmla="val 50000" name="adj2"/>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Poppins Medium"/>
                <a:ea typeface="Poppins Medium"/>
                <a:cs typeface="Poppins Medium"/>
                <a:sym typeface="Poppins Medium"/>
              </a:rPr>
              <a:t>Survey and Support</a:t>
            </a:r>
            <a:endParaRPr sz="900">
              <a:solidFill>
                <a:schemeClr val="lt1"/>
              </a:solidFill>
              <a:latin typeface="Poppins Medium"/>
              <a:ea typeface="Poppins Medium"/>
              <a:cs typeface="Poppins Medium"/>
              <a:sym typeface="Poppins Medium"/>
            </a:endParaRPr>
          </a:p>
        </p:txBody>
      </p:sp>
      <p:sp>
        <p:nvSpPr>
          <p:cNvPr id="745" name="Google Shape;745;p141"/>
          <p:cNvSpPr/>
          <p:nvPr/>
        </p:nvSpPr>
        <p:spPr>
          <a:xfrm>
            <a:off x="5079207" y="795165"/>
            <a:ext cx="1195200" cy="307500"/>
          </a:xfrm>
          <a:prstGeom prst="rect">
            <a:avLst/>
          </a:prstGeom>
          <a:gradFill>
            <a:gsLst>
              <a:gs pos="0">
                <a:srgbClr val="48D8EB"/>
              </a:gs>
              <a:gs pos="100000">
                <a:srgbClr val="188A99"/>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Roboto"/>
                <a:ea typeface="Roboto"/>
                <a:cs typeface="Roboto"/>
                <a:sym typeface="Roboto"/>
              </a:rPr>
              <a:t>Q4</a:t>
            </a:r>
            <a:endParaRPr b="1" sz="800">
              <a:solidFill>
                <a:srgbClr val="FFFFFF"/>
              </a:solidFill>
              <a:latin typeface="Roboto"/>
              <a:ea typeface="Roboto"/>
              <a:cs typeface="Roboto"/>
              <a:sym typeface="Roboto"/>
            </a:endParaRPr>
          </a:p>
        </p:txBody>
      </p:sp>
      <p:sp>
        <p:nvSpPr>
          <p:cNvPr id="746" name="Google Shape;746;p141"/>
          <p:cNvSpPr/>
          <p:nvPr/>
        </p:nvSpPr>
        <p:spPr>
          <a:xfrm>
            <a:off x="3821964" y="1908161"/>
            <a:ext cx="141300" cy="180900"/>
          </a:xfrm>
          <a:prstGeom prst="diamond">
            <a:avLst/>
          </a:prstGeom>
          <a:gradFill>
            <a:gsLst>
              <a:gs pos="0">
                <a:srgbClr val="1957A3"/>
              </a:gs>
              <a:gs pos="100000">
                <a:srgbClr val="0A1A2F"/>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Lato"/>
              <a:ea typeface="Lato"/>
              <a:cs typeface="Lato"/>
              <a:sym typeface="Lato"/>
            </a:endParaRPr>
          </a:p>
        </p:txBody>
      </p:sp>
      <p:cxnSp>
        <p:nvCxnSpPr>
          <p:cNvPr id="747" name="Google Shape;747;p141"/>
          <p:cNvCxnSpPr>
            <a:stCxn id="746" idx="2"/>
          </p:cNvCxnSpPr>
          <p:nvPr/>
        </p:nvCxnSpPr>
        <p:spPr>
          <a:xfrm rot="5400000">
            <a:off x="1692414" y="2194661"/>
            <a:ext cx="2305800" cy="2094600"/>
          </a:xfrm>
          <a:prstGeom prst="bentConnector3">
            <a:avLst>
              <a:gd fmla="val 100040" name="adj1"/>
            </a:avLst>
          </a:prstGeom>
          <a:noFill/>
          <a:ln cap="flat" cmpd="sng" w="952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sp>
        <p:nvSpPr>
          <p:cNvPr id="748" name="Google Shape;748;p141"/>
          <p:cNvSpPr txBox="1"/>
          <p:nvPr/>
        </p:nvSpPr>
        <p:spPr>
          <a:xfrm>
            <a:off x="-699490" y="4120570"/>
            <a:ext cx="45921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chemeClr val="lt2"/>
                </a:solidFill>
                <a:latin typeface="Poppins Medium"/>
                <a:ea typeface="Poppins Medium"/>
                <a:cs typeface="Poppins Medium"/>
                <a:sym typeface="Poppins Medium"/>
              </a:rPr>
              <a:t>Soft Launch including analytics</a:t>
            </a:r>
            <a:endParaRPr sz="1000">
              <a:solidFill>
                <a:schemeClr val="lt2"/>
              </a:solidFill>
              <a:latin typeface="Poppins Medium"/>
              <a:ea typeface="Poppins Medium"/>
              <a:cs typeface="Poppins Medium"/>
              <a:sym typeface="Poppins Medium"/>
            </a:endParaRPr>
          </a:p>
        </p:txBody>
      </p:sp>
      <p:cxnSp>
        <p:nvCxnSpPr>
          <p:cNvPr id="749" name="Google Shape;749;p141"/>
          <p:cNvCxnSpPr>
            <a:stCxn id="750" idx="2"/>
          </p:cNvCxnSpPr>
          <p:nvPr/>
        </p:nvCxnSpPr>
        <p:spPr>
          <a:xfrm flipH="1" rot="-5400000">
            <a:off x="5498970" y="1674347"/>
            <a:ext cx="2377800" cy="3205200"/>
          </a:xfrm>
          <a:prstGeom prst="bentConnector2">
            <a:avLst/>
          </a:prstGeom>
          <a:noFill/>
          <a:ln cap="flat" cmpd="sng" w="952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cxnSp>
      <p:sp>
        <p:nvSpPr>
          <p:cNvPr id="751" name="Google Shape;751;p141"/>
          <p:cNvSpPr txBox="1"/>
          <p:nvPr/>
        </p:nvSpPr>
        <p:spPr>
          <a:xfrm>
            <a:off x="5085279" y="4206042"/>
            <a:ext cx="459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Poppins Medium"/>
                <a:ea typeface="Poppins Medium"/>
                <a:cs typeface="Poppins Medium"/>
                <a:sym typeface="Poppins Medium"/>
              </a:rPr>
              <a:t>Full Roll-Out with Reward Notifications and Alerts</a:t>
            </a:r>
            <a:endParaRPr sz="1000">
              <a:solidFill>
                <a:schemeClr val="lt2"/>
              </a:solidFill>
              <a:latin typeface="Poppins Medium"/>
              <a:ea typeface="Poppins Medium"/>
              <a:cs typeface="Poppins Medium"/>
              <a:sym typeface="Poppins Medium"/>
            </a:endParaRPr>
          </a:p>
        </p:txBody>
      </p:sp>
      <p:sp>
        <p:nvSpPr>
          <p:cNvPr id="752" name="Google Shape;752;p141"/>
          <p:cNvSpPr/>
          <p:nvPr/>
        </p:nvSpPr>
        <p:spPr>
          <a:xfrm flipH="1">
            <a:off x="3887575" y="2032150"/>
            <a:ext cx="2390100" cy="443700"/>
          </a:xfrm>
          <a:prstGeom prst="round2SameRect">
            <a:avLst>
              <a:gd fmla="val 50000" name="adj1"/>
              <a:gd fmla="val 50000" name="adj2"/>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Poppins Medium"/>
                <a:ea typeface="Poppins Medium"/>
                <a:cs typeface="Poppins Medium"/>
                <a:sym typeface="Poppins Medium"/>
              </a:rPr>
              <a:t>User Notifications Enhancement</a:t>
            </a:r>
            <a:endParaRPr sz="900">
              <a:solidFill>
                <a:schemeClr val="lt1"/>
              </a:solidFill>
              <a:latin typeface="Poppins Medium"/>
              <a:ea typeface="Poppins Medium"/>
              <a:cs typeface="Poppins Medium"/>
              <a:sym typeface="Poppins Medium"/>
            </a:endParaRPr>
          </a:p>
        </p:txBody>
      </p:sp>
      <p:sp>
        <p:nvSpPr>
          <p:cNvPr id="750" name="Google Shape;750;p141"/>
          <p:cNvSpPr/>
          <p:nvPr/>
        </p:nvSpPr>
        <p:spPr>
          <a:xfrm>
            <a:off x="5014620" y="1907147"/>
            <a:ext cx="141300" cy="180900"/>
          </a:xfrm>
          <a:prstGeom prst="diamond">
            <a:avLst/>
          </a:prstGeom>
          <a:gradFill>
            <a:gsLst>
              <a:gs pos="0">
                <a:srgbClr val="1957A3"/>
              </a:gs>
              <a:gs pos="100000">
                <a:srgbClr val="0A1A2F"/>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Lato"/>
              <a:ea typeface="Lato"/>
              <a:cs typeface="Lato"/>
              <a:sym typeface="Lato"/>
            </a:endParaRPr>
          </a:p>
        </p:txBody>
      </p:sp>
      <p:sp>
        <p:nvSpPr>
          <p:cNvPr id="753" name="Google Shape;753;p141"/>
          <p:cNvSpPr/>
          <p:nvPr/>
        </p:nvSpPr>
        <p:spPr>
          <a:xfrm>
            <a:off x="1535650" y="2560825"/>
            <a:ext cx="2523300" cy="341700"/>
          </a:xfrm>
          <a:prstGeom prst="chevron">
            <a:avLst>
              <a:gd fmla="val 50000" name="adj"/>
            </a:avLst>
          </a:prstGeom>
          <a:gradFill>
            <a:gsLst>
              <a:gs pos="0">
                <a:srgbClr val="48D8EB"/>
              </a:gs>
              <a:gs pos="100000">
                <a:srgbClr val="188A99"/>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700">
                <a:solidFill>
                  <a:schemeClr val="lt1"/>
                </a:solidFill>
                <a:latin typeface="Poppins Medium"/>
                <a:ea typeface="Poppins Medium"/>
                <a:cs typeface="Poppins Medium"/>
                <a:sym typeface="Poppins Medium"/>
              </a:rPr>
              <a:t>Vendor Partnerships Contracted</a:t>
            </a:r>
            <a:endParaRPr sz="700">
              <a:solidFill>
                <a:schemeClr val="lt1"/>
              </a:solidFill>
              <a:latin typeface="Poppins Medium"/>
              <a:ea typeface="Poppins Medium"/>
              <a:cs typeface="Poppins Medium"/>
              <a:sym typeface="Poppi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42"/>
          <p:cNvSpPr txBox="1"/>
          <p:nvPr>
            <p:ph type="title"/>
          </p:nvPr>
        </p:nvSpPr>
        <p:spPr>
          <a:xfrm>
            <a:off x="303811" y="172091"/>
            <a:ext cx="3290700" cy="53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solidFill>
                  <a:schemeClr val="dk2"/>
                </a:solidFill>
                <a:latin typeface="Poppins ExtraBold"/>
                <a:ea typeface="Poppins ExtraBold"/>
                <a:cs typeface="Poppins ExtraBold"/>
                <a:sym typeface="Poppins ExtraBold"/>
              </a:rPr>
              <a:t>Engineering Sprints</a:t>
            </a:r>
            <a:endParaRPr b="0">
              <a:solidFill>
                <a:schemeClr val="dk2"/>
              </a:solidFill>
              <a:latin typeface="Poppins ExtraBold"/>
              <a:ea typeface="Poppins ExtraBold"/>
              <a:cs typeface="Poppins ExtraBold"/>
              <a:sym typeface="Poppins ExtraBold"/>
            </a:endParaRPr>
          </a:p>
          <a:p>
            <a:pPr indent="0" lvl="0" marL="0" rtl="0" algn="l">
              <a:spcBef>
                <a:spcPts val="0"/>
              </a:spcBef>
              <a:spcAft>
                <a:spcPts val="0"/>
              </a:spcAft>
              <a:buNone/>
            </a:pPr>
            <a:r>
              <a:t/>
            </a:r>
            <a:endParaRPr/>
          </a:p>
        </p:txBody>
      </p:sp>
      <p:graphicFrame>
        <p:nvGraphicFramePr>
          <p:cNvPr id="759" name="Google Shape;759;p142"/>
          <p:cNvGraphicFramePr/>
          <p:nvPr/>
        </p:nvGraphicFramePr>
        <p:xfrm>
          <a:off x="303800" y="755325"/>
          <a:ext cx="3000000" cy="3000000"/>
        </p:xfrm>
        <a:graphic>
          <a:graphicData uri="http://schemas.openxmlformats.org/drawingml/2006/table">
            <a:tbl>
              <a:tblPr>
                <a:noFill/>
                <a:tableStyleId>{FE5CE38A-1EC4-4789-AD87-A85502DB4A91}</a:tableStyleId>
              </a:tblPr>
              <a:tblGrid>
                <a:gridCol w="1605750"/>
                <a:gridCol w="3571425"/>
                <a:gridCol w="1421200"/>
                <a:gridCol w="1938000"/>
              </a:tblGrid>
              <a:tr h="202875">
                <a:tc>
                  <a:txBody>
                    <a:bodyPr/>
                    <a:lstStyle/>
                    <a:p>
                      <a:pPr indent="0" lvl="0" marL="0" rtl="0" algn="l">
                        <a:lnSpc>
                          <a:spcPct val="115000"/>
                        </a:lnSpc>
                        <a:spcBef>
                          <a:spcPts val="0"/>
                        </a:spcBef>
                        <a:spcAft>
                          <a:spcPts val="0"/>
                        </a:spcAft>
                        <a:buNone/>
                      </a:pPr>
                      <a:r>
                        <a:rPr b="1" lang="en" sz="1000">
                          <a:solidFill>
                            <a:schemeClr val="dk1"/>
                          </a:solidFill>
                          <a:latin typeface="Poppins"/>
                          <a:ea typeface="Poppins"/>
                          <a:cs typeface="Poppins"/>
                          <a:sym typeface="Poppins"/>
                        </a:rPr>
                        <a:t>OWNER</a:t>
                      </a:r>
                      <a:endParaRPr b="1" sz="1000">
                        <a:solidFill>
                          <a:schemeClr val="dk1"/>
                        </a:solidFill>
                        <a:latin typeface="Poppins"/>
                        <a:ea typeface="Poppins"/>
                        <a:cs typeface="Poppins"/>
                        <a:sym typeface="Poppins"/>
                      </a:endParaRPr>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chemeClr val="accent5"/>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Poppins"/>
                          <a:ea typeface="Poppins"/>
                          <a:cs typeface="Poppins"/>
                          <a:sym typeface="Poppins"/>
                        </a:rPr>
                        <a:t>TASK</a:t>
                      </a:r>
                      <a:endParaRPr b="1" sz="1000">
                        <a:solidFill>
                          <a:schemeClr val="dk1"/>
                        </a:solidFill>
                        <a:latin typeface="Poppins"/>
                        <a:ea typeface="Poppins"/>
                        <a:cs typeface="Poppins"/>
                        <a:sym typeface="Poppins"/>
                      </a:endParaRPr>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1" lang="en" sz="1000">
                          <a:solidFill>
                            <a:schemeClr val="dk1"/>
                          </a:solidFill>
                          <a:latin typeface="Poppins"/>
                          <a:ea typeface="Poppins"/>
                          <a:cs typeface="Poppins"/>
                          <a:sym typeface="Poppins"/>
                        </a:rPr>
                        <a:t>ROADMAP PHASE</a:t>
                      </a:r>
                      <a:endParaRPr b="1" sz="1000">
                        <a:solidFill>
                          <a:schemeClr val="dk1"/>
                        </a:solidFill>
                        <a:latin typeface="Poppins"/>
                        <a:ea typeface="Poppins"/>
                        <a:cs typeface="Poppins"/>
                        <a:sym typeface="Poppins"/>
                      </a:endParaRPr>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chemeClr val="dk1"/>
                          </a:solidFill>
                          <a:latin typeface="Poppins"/>
                          <a:ea typeface="Poppins"/>
                          <a:cs typeface="Poppins"/>
                          <a:sym typeface="Poppins"/>
                        </a:rPr>
                        <a:t>MILESTONE</a:t>
                      </a:r>
                      <a:endParaRPr sz="10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Back-End Engineering</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Finalize Rewards Structure</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1</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BC3485"/>
                          </a:solidFill>
                          <a:latin typeface="Poppins Medium"/>
                          <a:ea typeface="Poppins Medium"/>
                          <a:cs typeface="Poppins Medium"/>
                          <a:sym typeface="Poppins Medium"/>
                        </a:rPr>
                        <a:t>Tracking &amp; Infrastructure</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UX Design</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AF7EC"/>
                    </a:solidFill>
                  </a:tcPr>
                </a:tc>
                <a:tc>
                  <a:txBody>
                    <a:bodyPr/>
                    <a:lstStyle/>
                    <a:p>
                      <a:pPr indent="0" lvl="0" marL="0" marR="0" rtl="0" algn="l">
                        <a:lnSpc>
                          <a:spcPct val="115000"/>
                        </a:lnSpc>
                        <a:spcBef>
                          <a:spcPts val="0"/>
                        </a:spcBef>
                        <a:spcAft>
                          <a:spcPts val="0"/>
                        </a:spcAft>
                        <a:buNone/>
                      </a:pPr>
                      <a:r>
                        <a:rPr lang="en" sz="1000">
                          <a:latin typeface="Poppins Medium"/>
                          <a:ea typeface="Poppins Medium"/>
                          <a:cs typeface="Poppins Medium"/>
                          <a:sym typeface="Poppins Medium"/>
                        </a:rPr>
                        <a:t>Design updated website to promote rewards program</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1</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Client Experience</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UX Design</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AF7EC"/>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Finalize Rewards Page Designs</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1</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Client Experience</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Compliance/Legal</a:t>
                      </a:r>
                      <a:endParaRPr sz="1000">
                        <a:solidFill>
                          <a:srgbClr val="103869"/>
                        </a:solidFill>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Finalize Key Vendor Partnerships</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1</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Keystone Partnerships</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94175">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Front End Engineering</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D8D8E9"/>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Develop front-end for preferred review sorting for loyal users on website</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2</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Product Development</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Documentation Writer</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FFF1DD"/>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Prepare External Documentation of Rewards Program</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2</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Preferred Bookings</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382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Customer Support</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E5E5EB"/>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Train the customer team on how to support post Go-Live</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2</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Product and Client Support</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94175">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Marketing</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FFDBD8"/>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Develop and launch GTM for Loyalty Program </a:t>
                      </a:r>
                      <a:br>
                        <a:rPr lang="en" sz="1000">
                          <a:latin typeface="Poppins Medium"/>
                          <a:ea typeface="Poppins Medium"/>
                          <a:cs typeface="Poppins Medium"/>
                          <a:sym typeface="Poppins Medium"/>
                        </a:rPr>
                      </a:br>
                      <a:r>
                        <a:rPr lang="en" sz="1000">
                          <a:latin typeface="Poppins Medium"/>
                          <a:ea typeface="Poppins Medium"/>
                          <a:cs typeface="Poppins Medium"/>
                          <a:sym typeface="Poppins Medium"/>
                        </a:rPr>
                        <a:t>(Dashboards, Badges, and First Look)</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3</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Preferred Bookings</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All</a:t>
                      </a:r>
                      <a:r>
                        <a:rPr lang="en" sz="1000">
                          <a:latin typeface="Poppins Medium"/>
                          <a:ea typeface="Poppins Medium"/>
                          <a:cs typeface="Poppins Medium"/>
                          <a:sym typeface="Poppins Medium"/>
                        </a:rPr>
                        <a:t> </a:t>
                      </a:r>
                      <a:r>
                        <a:rPr lang="en" sz="1000">
                          <a:solidFill>
                            <a:srgbClr val="103869"/>
                          </a:solidFill>
                          <a:latin typeface="Poppins Medium"/>
                          <a:ea typeface="Poppins Medium"/>
                          <a:cs typeface="Poppins Medium"/>
                          <a:sym typeface="Poppins Medium"/>
                        </a:rPr>
                        <a:t>Devs</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FFE599"/>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Soft Launch with Analytics</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3</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Client Experience</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All</a:t>
                      </a:r>
                      <a:r>
                        <a:rPr lang="en" sz="1000">
                          <a:latin typeface="Poppins Medium"/>
                          <a:ea typeface="Poppins Medium"/>
                          <a:cs typeface="Poppins Medium"/>
                          <a:sym typeface="Poppins Medium"/>
                        </a:rPr>
                        <a:t> </a:t>
                      </a:r>
                      <a:r>
                        <a:rPr lang="en" sz="1000">
                          <a:solidFill>
                            <a:srgbClr val="103869"/>
                          </a:solidFill>
                          <a:latin typeface="Poppins Medium"/>
                          <a:ea typeface="Poppins Medium"/>
                          <a:cs typeface="Poppins Medium"/>
                          <a:sym typeface="Poppins Medium"/>
                        </a:rPr>
                        <a:t>Devs</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FFE599"/>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Complete Notifications Enhancements</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4</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Product Development</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All</a:t>
                      </a:r>
                      <a:r>
                        <a:rPr lang="en" sz="1000">
                          <a:latin typeface="Poppins Medium"/>
                          <a:ea typeface="Poppins Medium"/>
                          <a:cs typeface="Poppins Medium"/>
                          <a:sym typeface="Poppins Medium"/>
                        </a:rPr>
                        <a:t> </a:t>
                      </a:r>
                      <a:r>
                        <a:rPr lang="en" sz="1000">
                          <a:solidFill>
                            <a:srgbClr val="103869"/>
                          </a:solidFill>
                          <a:latin typeface="Poppins Medium"/>
                          <a:ea typeface="Poppins Medium"/>
                          <a:cs typeface="Poppins Medium"/>
                          <a:sym typeface="Poppins Medium"/>
                        </a:rPr>
                        <a:t>Devs</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FFE599"/>
                    </a:solidFill>
                  </a:tcPr>
                </a:tc>
                <a:tc>
                  <a:txBody>
                    <a:bodyPr/>
                    <a:lstStyle/>
                    <a:p>
                      <a:pPr indent="0" lvl="0" marL="0" rtl="0" algn="l">
                        <a:lnSpc>
                          <a:spcPct val="115000"/>
                        </a:lnSpc>
                        <a:spcBef>
                          <a:spcPts val="0"/>
                        </a:spcBef>
                        <a:spcAft>
                          <a:spcPts val="0"/>
                        </a:spcAft>
                        <a:buNone/>
                      </a:pPr>
                      <a:r>
                        <a:rPr lang="en" sz="1000">
                          <a:latin typeface="Poppins Medium"/>
                          <a:ea typeface="Poppins Medium"/>
                          <a:cs typeface="Poppins Medium"/>
                          <a:sym typeface="Poppins Medium"/>
                        </a:rPr>
                        <a:t>Address all feedback from Soft Launch</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oppins Medium"/>
                          <a:ea typeface="Poppins Medium"/>
                          <a:cs typeface="Poppins Medium"/>
                          <a:sym typeface="Poppins Medium"/>
                        </a:rPr>
                        <a:t>4</a:t>
                      </a:r>
                      <a:endParaRPr sz="1000">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Product Development</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298400">
                <a:tc>
                  <a:txBody>
                    <a:bodyPr/>
                    <a:lstStyle/>
                    <a:p>
                      <a:pPr indent="0" lvl="0" marL="0" rtl="0" algn="ctr">
                        <a:lnSpc>
                          <a:spcPct val="115000"/>
                        </a:lnSpc>
                        <a:spcBef>
                          <a:spcPts val="0"/>
                        </a:spcBef>
                        <a:spcAft>
                          <a:spcPts val="0"/>
                        </a:spcAft>
                        <a:buNone/>
                      </a:pPr>
                      <a:r>
                        <a:rPr lang="en" sz="1000">
                          <a:solidFill>
                            <a:srgbClr val="103869"/>
                          </a:solidFill>
                          <a:latin typeface="Poppins Medium"/>
                          <a:ea typeface="Poppins Medium"/>
                          <a:cs typeface="Poppins Medium"/>
                          <a:sym typeface="Poppins Medium"/>
                        </a:rPr>
                        <a:t>All</a:t>
                      </a:r>
                      <a:r>
                        <a:rPr lang="en" sz="1000">
                          <a:latin typeface="Poppins Medium"/>
                          <a:ea typeface="Poppins Medium"/>
                          <a:cs typeface="Poppins Medium"/>
                          <a:sym typeface="Poppins Medium"/>
                        </a:rPr>
                        <a:t> </a:t>
                      </a:r>
                      <a:r>
                        <a:rPr lang="en" sz="1000">
                          <a:solidFill>
                            <a:srgbClr val="103869"/>
                          </a:solidFill>
                          <a:latin typeface="Poppins Medium"/>
                          <a:ea typeface="Poppins Medium"/>
                          <a:cs typeface="Poppins Medium"/>
                          <a:sym typeface="Poppins Medium"/>
                        </a:rPr>
                        <a:t>Devs</a:t>
                      </a:r>
                      <a:endParaRPr sz="1000">
                        <a:latin typeface="Poppins Medium"/>
                        <a:ea typeface="Poppins Medium"/>
                        <a:cs typeface="Poppins Medium"/>
                        <a:sym typeface="Poppins Medium"/>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FFE599"/>
                    </a:solidFill>
                  </a:tcPr>
                </a:tc>
                <a:tc>
                  <a:txBody>
                    <a:bodyPr/>
                    <a:lstStyle/>
                    <a:p>
                      <a:pPr indent="0" lvl="0" marL="0" marR="0" rtl="0" algn="l">
                        <a:lnSpc>
                          <a:spcPct val="115000"/>
                        </a:lnSpc>
                        <a:spcBef>
                          <a:spcPts val="0"/>
                        </a:spcBef>
                        <a:spcAft>
                          <a:spcPts val="0"/>
                        </a:spcAft>
                        <a:buNone/>
                      </a:pPr>
                      <a:r>
                        <a:rPr lang="en" sz="1000">
                          <a:latin typeface="Poppins Medium"/>
                          <a:ea typeface="Poppins Medium"/>
                          <a:cs typeface="Poppins Medium"/>
                          <a:sym typeface="Poppins Medium"/>
                        </a:rPr>
                        <a:t>Stay Pro Rewards Full Roll-Out to all Clients</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t>4</a:t>
                      </a:r>
                      <a:endParaRPr sz="10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03876F"/>
                          </a:solidFill>
                          <a:latin typeface="Poppins Medium"/>
                          <a:ea typeface="Poppins Medium"/>
                          <a:cs typeface="Poppins Medium"/>
                          <a:sym typeface="Poppins Medium"/>
                        </a:rPr>
                        <a:t>Client Experience</a:t>
                      </a:r>
                      <a:endParaRPr sz="1000">
                        <a:solidFill>
                          <a:srgbClr val="03876F"/>
                        </a:solidFill>
                        <a:latin typeface="Poppins Medium"/>
                        <a:ea typeface="Poppins Medium"/>
                        <a:cs typeface="Poppins Medium"/>
                        <a:sym typeface="Poppins Medium"/>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43"/>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Go-To-Market Strategy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44"/>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GTM </a:t>
            </a:r>
            <a:r>
              <a:rPr b="1" lang="en" sz="900">
                <a:solidFill>
                  <a:srgbClr val="85859F"/>
                </a:solidFill>
                <a:latin typeface="Lato"/>
                <a:ea typeface="Lato"/>
                <a:cs typeface="Lato"/>
                <a:sym typeface="Lato"/>
              </a:rPr>
              <a:t>Strategy</a:t>
            </a:r>
            <a:endParaRPr b="1" sz="900">
              <a:solidFill>
                <a:srgbClr val="85859F"/>
              </a:solidFill>
              <a:latin typeface="Lato"/>
              <a:ea typeface="Lato"/>
              <a:cs typeface="Lato"/>
              <a:sym typeface="Lato"/>
            </a:endParaRPr>
          </a:p>
          <a:p>
            <a:pPr indent="0" lvl="0" marL="0" rtl="0" algn="l">
              <a:spcBef>
                <a:spcPts val="0"/>
              </a:spcBef>
              <a:spcAft>
                <a:spcPts val="0"/>
              </a:spcAft>
              <a:buNone/>
            </a:pPr>
            <a:r>
              <a:t/>
            </a:r>
            <a:endParaRPr b="1" sz="900">
              <a:solidFill>
                <a:srgbClr val="85859F"/>
              </a:solidFill>
              <a:latin typeface="Lato"/>
              <a:ea typeface="Lato"/>
              <a:cs typeface="Lato"/>
              <a:sym typeface="Lato"/>
            </a:endParaRPr>
          </a:p>
        </p:txBody>
      </p:sp>
      <p:pic>
        <p:nvPicPr>
          <p:cNvPr id="770" name="Google Shape;770;p144"/>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771" name="Google Shape;771;p144"/>
          <p:cNvSpPr txBox="1"/>
          <p:nvPr/>
        </p:nvSpPr>
        <p:spPr>
          <a:xfrm>
            <a:off x="571500" y="855538"/>
            <a:ext cx="60807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3876F"/>
                </a:solidFill>
                <a:latin typeface="Poppins"/>
                <a:ea typeface="Poppins"/>
                <a:cs typeface="Poppins"/>
                <a:sym typeface="Poppins"/>
              </a:rPr>
              <a:t>GTM Strategy (</a:t>
            </a:r>
            <a:r>
              <a:rPr b="1" lang="en" sz="1600">
                <a:solidFill>
                  <a:srgbClr val="03876F"/>
                </a:solidFill>
                <a:latin typeface="Poppins"/>
                <a:ea typeface="Poppins"/>
                <a:cs typeface="Poppins"/>
                <a:sym typeface="Poppins"/>
              </a:rPr>
              <a:t>1/4</a:t>
            </a:r>
            <a:r>
              <a:rPr b="1" lang="en" sz="1600">
                <a:solidFill>
                  <a:srgbClr val="03876F"/>
                </a:solidFill>
                <a:latin typeface="Poppins"/>
                <a:ea typeface="Poppins"/>
                <a:cs typeface="Poppins"/>
                <a:sym typeface="Poppins"/>
              </a:rPr>
              <a:t>)</a:t>
            </a:r>
            <a:endParaRPr b="1">
              <a:solidFill>
                <a:srgbClr val="03876F"/>
              </a:solidFill>
              <a:latin typeface="Lato"/>
              <a:ea typeface="Lato"/>
              <a:cs typeface="Lato"/>
              <a:sym typeface="Lato"/>
            </a:endParaRPr>
          </a:p>
          <a:p>
            <a:pPr indent="0" lvl="0" marL="0" rtl="0" algn="l">
              <a:spcBef>
                <a:spcPts val="0"/>
              </a:spcBef>
              <a:spcAft>
                <a:spcPts val="0"/>
              </a:spcAft>
              <a:buNone/>
            </a:pPr>
            <a:r>
              <a:t/>
            </a:r>
            <a:endParaRPr b="1" sz="1600">
              <a:solidFill>
                <a:srgbClr val="03876F"/>
              </a:solidFill>
              <a:latin typeface="Poppins"/>
              <a:ea typeface="Poppins"/>
              <a:cs typeface="Poppins"/>
              <a:sym typeface="Poppins"/>
            </a:endParaRPr>
          </a:p>
        </p:txBody>
      </p:sp>
      <p:graphicFrame>
        <p:nvGraphicFramePr>
          <p:cNvPr id="772" name="Google Shape;772;p144"/>
          <p:cNvGraphicFramePr/>
          <p:nvPr/>
        </p:nvGraphicFramePr>
        <p:xfrm>
          <a:off x="606538" y="1549097"/>
          <a:ext cx="3000000" cy="3000000"/>
        </p:xfrm>
        <a:graphic>
          <a:graphicData uri="http://schemas.openxmlformats.org/drawingml/2006/table">
            <a:tbl>
              <a:tblPr>
                <a:noFill/>
                <a:tableStyleId>{3C916DD5-7159-4203-BA4E-87E6A4021BFC}</a:tableStyleId>
              </a:tblPr>
              <a:tblGrid>
                <a:gridCol w="7930925"/>
              </a:tblGrid>
              <a:tr h="320000">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Launch Owner</a:t>
                      </a:r>
                      <a:endParaRPr sz="900">
                        <a:solidFill>
                          <a:srgbClr val="07182C"/>
                        </a:solidFill>
                        <a:highlight>
                          <a:srgbClr val="BAF7EC"/>
                        </a:highlight>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BAF7EC"/>
                    </a:solidFill>
                  </a:tcPr>
                </a:tc>
              </a:tr>
              <a:tr h="447450">
                <a:tc>
                  <a:txBody>
                    <a:bodyPr/>
                    <a:lstStyle/>
                    <a:p>
                      <a:pPr indent="0" lvl="0" marL="0" rtl="0" algn="l">
                        <a:lnSpc>
                          <a:spcPct val="115000"/>
                        </a:lnSpc>
                        <a:spcBef>
                          <a:spcPts val="1200"/>
                        </a:spcBef>
                        <a:spcAft>
                          <a:spcPts val="1200"/>
                        </a:spcAft>
                        <a:buNone/>
                      </a:pPr>
                      <a:r>
                        <a:rPr lang="en" sz="1100"/>
                        <a:t>Ritu Bansal – Senior Product Manager, Product Team,Stay &amp; Sleep</a:t>
                      </a:r>
                      <a:endParaRPr sz="1100"/>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45"/>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GTM Strategy</a:t>
            </a:r>
            <a:endParaRPr b="1" sz="900">
              <a:solidFill>
                <a:srgbClr val="85859F"/>
              </a:solidFill>
              <a:latin typeface="Lato"/>
              <a:ea typeface="Lato"/>
              <a:cs typeface="Lato"/>
              <a:sym typeface="Lato"/>
            </a:endParaRPr>
          </a:p>
        </p:txBody>
      </p:sp>
      <p:pic>
        <p:nvPicPr>
          <p:cNvPr id="778" name="Google Shape;778;p145"/>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779" name="Google Shape;779;p145"/>
          <p:cNvSpPr txBox="1"/>
          <p:nvPr/>
        </p:nvSpPr>
        <p:spPr>
          <a:xfrm>
            <a:off x="571500" y="855538"/>
            <a:ext cx="60807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3876F"/>
                </a:solidFill>
                <a:latin typeface="Poppins"/>
                <a:ea typeface="Poppins"/>
                <a:cs typeface="Poppins"/>
                <a:sym typeface="Poppins"/>
              </a:rPr>
              <a:t>GTM Strategy (2/4)</a:t>
            </a:r>
            <a:endParaRPr b="1">
              <a:solidFill>
                <a:srgbClr val="03876F"/>
              </a:solidFill>
              <a:latin typeface="Lato"/>
              <a:ea typeface="Lato"/>
              <a:cs typeface="Lato"/>
              <a:sym typeface="Lato"/>
            </a:endParaRPr>
          </a:p>
          <a:p>
            <a:pPr indent="0" lvl="0" marL="0" rtl="0" algn="l">
              <a:spcBef>
                <a:spcPts val="0"/>
              </a:spcBef>
              <a:spcAft>
                <a:spcPts val="0"/>
              </a:spcAft>
              <a:buNone/>
            </a:pPr>
            <a:r>
              <a:t/>
            </a:r>
            <a:endParaRPr b="1" sz="1600">
              <a:solidFill>
                <a:srgbClr val="03876F"/>
              </a:solidFill>
              <a:latin typeface="Poppins"/>
              <a:ea typeface="Poppins"/>
              <a:cs typeface="Poppins"/>
              <a:sym typeface="Poppins"/>
            </a:endParaRPr>
          </a:p>
        </p:txBody>
      </p:sp>
      <p:graphicFrame>
        <p:nvGraphicFramePr>
          <p:cNvPr id="780" name="Google Shape;780;p145"/>
          <p:cNvGraphicFramePr/>
          <p:nvPr/>
        </p:nvGraphicFramePr>
        <p:xfrm>
          <a:off x="414913" y="1405825"/>
          <a:ext cx="3000000" cy="3000000"/>
        </p:xfrm>
        <a:graphic>
          <a:graphicData uri="http://schemas.openxmlformats.org/drawingml/2006/table">
            <a:tbl>
              <a:tblPr>
                <a:noFill/>
                <a:tableStyleId>{3C916DD5-7159-4203-BA4E-87E6A4021BFC}</a:tableStyleId>
              </a:tblPr>
              <a:tblGrid>
                <a:gridCol w="2903950"/>
                <a:gridCol w="2738300"/>
                <a:gridCol w="2833425"/>
              </a:tblGrid>
              <a:tr h="376100">
                <a:tc>
                  <a:txBody>
                    <a:bodyPr/>
                    <a:lstStyle/>
                    <a:p>
                      <a:pPr indent="0" lvl="0" marL="0" rtl="0" algn="l">
                        <a:spcBef>
                          <a:spcPts val="0"/>
                        </a:spcBef>
                        <a:spcAft>
                          <a:spcPts val="0"/>
                        </a:spcAft>
                        <a:buNone/>
                      </a:pPr>
                      <a:r>
                        <a:rPr lang="en" sz="900">
                          <a:latin typeface="Poppins SemiBold"/>
                          <a:ea typeface="Poppins SemiBold"/>
                          <a:cs typeface="Poppins SemiBold"/>
                          <a:sym typeface="Poppins SemiBold"/>
                        </a:rPr>
                        <a:t>Targeted Personas</a:t>
                      </a:r>
                      <a:endParaRPr sz="900">
                        <a:latin typeface="Poppins SemiBold"/>
                        <a:ea typeface="Poppins SemiBold"/>
                        <a:cs typeface="Poppins SemiBold"/>
                        <a:sym typeface="Poppins SemiBo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3453775">
                <a:tc>
                  <a:txBody>
                    <a:bodyPr/>
                    <a:lstStyle/>
                    <a:p>
                      <a:pPr indent="-298450" lvl="0" marL="457200" rtl="0" algn="l">
                        <a:lnSpc>
                          <a:spcPct val="115000"/>
                        </a:lnSpc>
                        <a:spcBef>
                          <a:spcPts val="1200"/>
                        </a:spcBef>
                        <a:spcAft>
                          <a:spcPts val="0"/>
                        </a:spcAft>
                        <a:buSzPts val="1100"/>
                        <a:buChar char="●"/>
                      </a:pPr>
                      <a:r>
                        <a:rPr b="1" lang="en" sz="1100"/>
                        <a:t>Small Business Owner</a:t>
                      </a:r>
                      <a:endParaRPr b="1" sz="1100"/>
                    </a:p>
                    <a:p>
                      <a:pPr indent="-298450" lvl="1" marL="914400" rtl="0" algn="l">
                        <a:lnSpc>
                          <a:spcPct val="115000"/>
                        </a:lnSpc>
                        <a:spcBef>
                          <a:spcPts val="0"/>
                        </a:spcBef>
                        <a:spcAft>
                          <a:spcPts val="0"/>
                        </a:spcAft>
                        <a:buSzPts val="1100"/>
                        <a:buChar char="○"/>
                      </a:pPr>
                      <a:r>
                        <a:rPr b="1" lang="en" sz="1100"/>
                        <a:t>Demographics:</a:t>
                      </a:r>
                      <a:r>
                        <a:rPr lang="en" sz="1100"/>
                        <a:t> 28–45 years old, owns or runs a small business, frequently travels for client meetings.</a:t>
                      </a:r>
                      <a:endParaRPr sz="1100"/>
                    </a:p>
                    <a:p>
                      <a:pPr indent="-298450" lvl="1" marL="914400" rtl="0" algn="l">
                        <a:lnSpc>
                          <a:spcPct val="115000"/>
                        </a:lnSpc>
                        <a:spcBef>
                          <a:spcPts val="0"/>
                        </a:spcBef>
                        <a:spcAft>
                          <a:spcPts val="0"/>
                        </a:spcAft>
                        <a:buSzPts val="1100"/>
                        <a:buChar char="○"/>
                      </a:pPr>
                      <a:r>
                        <a:rPr b="1" lang="en" sz="1100"/>
                        <a:t>Behaviors:</a:t>
                      </a:r>
                      <a:r>
                        <a:rPr lang="en" sz="1100"/>
                        <a:t> Makes multiple bookings per month, values efficiency, cost savings, and convenience.</a:t>
                      </a:r>
                      <a:endParaRPr sz="1100"/>
                    </a:p>
                    <a:p>
                      <a:pPr indent="-298450" lvl="1" marL="914400" rtl="0" algn="l">
                        <a:lnSpc>
                          <a:spcPct val="115000"/>
                        </a:lnSpc>
                        <a:spcBef>
                          <a:spcPts val="0"/>
                        </a:spcBef>
                        <a:spcAft>
                          <a:spcPts val="0"/>
                        </a:spcAft>
                        <a:buSzPts val="1100"/>
                        <a:buChar char="○"/>
                      </a:pPr>
                      <a:r>
                        <a:rPr b="1" lang="en" sz="1100"/>
                        <a:t>Needs &amp; Motivations:</a:t>
                      </a:r>
                      <a:r>
                        <a:rPr lang="en" sz="1100"/>
                        <a:t> Wants loyalty rewards to reduce travel costs and streamline booking; motivated by points and discounts for frequent business travel.</a:t>
                      </a:r>
                      <a:endParaRPr sz="900">
                        <a:solidFill>
                          <a:srgbClr val="374151"/>
                        </a:solidFill>
                        <a:latin typeface="Lato"/>
                        <a:ea typeface="Lato"/>
                        <a:cs typeface="Lato"/>
                        <a:sym typeface="Lato"/>
                      </a:endParaRPr>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b="1" lang="en" sz="1100"/>
                        <a:t>Corporate Professional</a:t>
                      </a:r>
                      <a:endParaRPr b="1" sz="1100"/>
                    </a:p>
                    <a:p>
                      <a:pPr indent="-298450" lvl="1" marL="914400" rtl="0" algn="l">
                        <a:lnSpc>
                          <a:spcPct val="115000"/>
                        </a:lnSpc>
                        <a:spcBef>
                          <a:spcPts val="0"/>
                        </a:spcBef>
                        <a:spcAft>
                          <a:spcPts val="0"/>
                        </a:spcAft>
                        <a:buSzPts val="1100"/>
                        <a:buChar char="○"/>
                      </a:pPr>
                      <a:r>
                        <a:rPr b="1" lang="en" sz="1100"/>
                        <a:t>Demographics:</a:t>
                      </a:r>
                      <a:r>
                        <a:rPr lang="en" sz="1100"/>
                        <a:t> 30–50 years old, works in corporate roles, manages team travel and budgets.</a:t>
                      </a:r>
                      <a:endParaRPr sz="1100"/>
                    </a:p>
                    <a:p>
                      <a:pPr indent="-298450" lvl="1" marL="914400" rtl="0" algn="l">
                        <a:lnSpc>
                          <a:spcPct val="115000"/>
                        </a:lnSpc>
                        <a:spcBef>
                          <a:spcPts val="0"/>
                        </a:spcBef>
                        <a:spcAft>
                          <a:spcPts val="0"/>
                        </a:spcAft>
                        <a:buSzPts val="1100"/>
                        <a:buChar char="○"/>
                      </a:pPr>
                      <a:r>
                        <a:rPr b="1" lang="en" sz="1100"/>
                        <a:t>Behaviors:</a:t>
                      </a:r>
                      <a:r>
                        <a:rPr lang="en" sz="1100"/>
                        <a:t> Books travel for self and team, prefers premium options, focused on reliability and efficiency.</a:t>
                      </a:r>
                      <a:endParaRPr sz="1100"/>
                    </a:p>
                    <a:p>
                      <a:pPr indent="-298450" lvl="1" marL="914400" rtl="0" algn="l">
                        <a:lnSpc>
                          <a:spcPct val="115000"/>
                        </a:lnSpc>
                        <a:spcBef>
                          <a:spcPts val="0"/>
                        </a:spcBef>
                        <a:spcAft>
                          <a:spcPts val="0"/>
                        </a:spcAft>
                        <a:buSzPts val="1100"/>
                        <a:buChar char="○"/>
                      </a:pPr>
                      <a:r>
                        <a:rPr b="1" lang="en" sz="1100"/>
                        <a:t>Needs &amp; Motivations:</a:t>
                      </a:r>
                      <a:r>
                        <a:rPr lang="en" sz="1100"/>
                        <a:t> Motivated by program perks that benefit team travel, priority access, and corporate incentives.</a:t>
                      </a:r>
                      <a:endParaRPr sz="900">
                        <a:solidFill>
                          <a:srgbClr val="374151"/>
                        </a:solidFill>
                        <a:latin typeface="Lato"/>
                        <a:ea typeface="Lato"/>
                        <a:cs typeface="Lato"/>
                        <a:sym typeface="Lato"/>
                      </a:endParaRPr>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b="1" lang="en" sz="1100"/>
                        <a:t>Leisure Traveller</a:t>
                      </a:r>
                      <a:endParaRPr b="1" sz="1100"/>
                    </a:p>
                    <a:p>
                      <a:pPr indent="-298450" lvl="1" marL="914400" rtl="0" algn="l">
                        <a:lnSpc>
                          <a:spcPct val="115000"/>
                        </a:lnSpc>
                        <a:spcBef>
                          <a:spcPts val="0"/>
                        </a:spcBef>
                        <a:spcAft>
                          <a:spcPts val="0"/>
                        </a:spcAft>
                        <a:buSzPts val="1100"/>
                        <a:buChar char="○"/>
                      </a:pPr>
                      <a:r>
                        <a:rPr b="1" lang="en" sz="1100"/>
                        <a:t>Demographics:</a:t>
                      </a:r>
                      <a:r>
                        <a:rPr lang="en" sz="1100"/>
                        <a:t> 22–40 years old, individual or family travelers, often books vacations or weekend trips.</a:t>
                      </a:r>
                      <a:endParaRPr sz="1100"/>
                    </a:p>
                    <a:p>
                      <a:pPr indent="-298450" lvl="1" marL="914400" rtl="0" algn="l">
                        <a:lnSpc>
                          <a:spcPct val="115000"/>
                        </a:lnSpc>
                        <a:spcBef>
                          <a:spcPts val="0"/>
                        </a:spcBef>
                        <a:spcAft>
                          <a:spcPts val="0"/>
                        </a:spcAft>
                        <a:buSzPts val="1100"/>
                        <a:buChar char="○"/>
                      </a:pPr>
                      <a:r>
                        <a:rPr b="1" lang="en" sz="1100"/>
                        <a:t>Behaviors:</a:t>
                      </a:r>
                      <a:r>
                        <a:rPr lang="en" sz="1100"/>
                        <a:t> Seeks unique experiences, engages with promotional campaigns, enjoys recognition and rewards.</a:t>
                      </a:r>
                      <a:endParaRPr sz="1100"/>
                    </a:p>
                    <a:p>
                      <a:pPr indent="-298450" lvl="1" marL="914400" rtl="0" algn="l">
                        <a:lnSpc>
                          <a:spcPct val="115000"/>
                        </a:lnSpc>
                        <a:spcBef>
                          <a:spcPts val="0"/>
                        </a:spcBef>
                        <a:spcAft>
                          <a:spcPts val="0"/>
                        </a:spcAft>
                        <a:buSzPts val="1100"/>
                        <a:buChar char="○"/>
                      </a:pPr>
                      <a:r>
                        <a:rPr b="1" lang="en" sz="1100"/>
                        <a:t>Needs &amp; Motivations:</a:t>
                      </a:r>
                      <a:r>
                        <a:rPr lang="en" sz="1100"/>
                        <a:t> Motivated by points accumulation, tiered rewards, exclusive offers, and personalized experiences.</a:t>
                      </a:r>
                      <a:endParaRPr sz="900">
                        <a:solidFill>
                          <a:srgbClr val="374151"/>
                        </a:solidFill>
                        <a:latin typeface="Lato"/>
                        <a:ea typeface="Lato"/>
                        <a:cs typeface="Lato"/>
                        <a:sym typeface="Lato"/>
                      </a:endParaRPr>
                    </a:p>
                  </a:txBody>
                  <a:tcPr marT="91425" marB="91425" marR="91425" marL="91425">
                    <a:lnT cap="flat" cmpd="sng" w="9525">
                      <a:solidFill>
                        <a:srgbClr val="9E9E9E">
                          <a:alpha val="0"/>
                        </a:srgbClr>
                      </a:solidFill>
                      <a:prstDash val="solid"/>
                      <a:round/>
                      <a:headEnd len="sm" w="sm" type="none"/>
                      <a:tailEnd len="sm" w="sm" type="none"/>
                    </a:lnT>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46"/>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GTM Strategy</a:t>
            </a:r>
            <a:endParaRPr b="1" sz="900">
              <a:solidFill>
                <a:srgbClr val="85859F"/>
              </a:solidFill>
              <a:latin typeface="Lato"/>
              <a:ea typeface="Lato"/>
              <a:cs typeface="Lato"/>
              <a:sym typeface="Lato"/>
            </a:endParaRPr>
          </a:p>
        </p:txBody>
      </p:sp>
      <p:pic>
        <p:nvPicPr>
          <p:cNvPr id="786" name="Google Shape;786;p146"/>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787" name="Google Shape;787;p146"/>
          <p:cNvSpPr txBox="1"/>
          <p:nvPr/>
        </p:nvSpPr>
        <p:spPr>
          <a:xfrm>
            <a:off x="571500" y="795309"/>
            <a:ext cx="60807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3876F"/>
                </a:solidFill>
                <a:latin typeface="Poppins"/>
                <a:ea typeface="Poppins"/>
                <a:cs typeface="Poppins"/>
                <a:sym typeface="Poppins"/>
              </a:rPr>
              <a:t>GTM Strategy (</a:t>
            </a:r>
            <a:r>
              <a:rPr b="1" lang="en" sz="1600">
                <a:solidFill>
                  <a:srgbClr val="03876F"/>
                </a:solidFill>
                <a:latin typeface="Poppins"/>
                <a:ea typeface="Poppins"/>
                <a:cs typeface="Poppins"/>
                <a:sym typeface="Poppins"/>
              </a:rPr>
              <a:t>3/4</a:t>
            </a:r>
            <a:r>
              <a:rPr b="1" lang="en" sz="1600">
                <a:solidFill>
                  <a:srgbClr val="03876F"/>
                </a:solidFill>
                <a:latin typeface="Poppins"/>
                <a:ea typeface="Poppins"/>
                <a:cs typeface="Poppins"/>
                <a:sym typeface="Poppins"/>
              </a:rPr>
              <a:t>)</a:t>
            </a:r>
            <a:endParaRPr b="1">
              <a:solidFill>
                <a:srgbClr val="03876F"/>
              </a:solidFill>
              <a:latin typeface="Lato"/>
              <a:ea typeface="Lato"/>
              <a:cs typeface="Lato"/>
              <a:sym typeface="Lato"/>
            </a:endParaRPr>
          </a:p>
          <a:p>
            <a:pPr indent="0" lvl="0" marL="0" rtl="0" algn="l">
              <a:spcBef>
                <a:spcPts val="0"/>
              </a:spcBef>
              <a:spcAft>
                <a:spcPts val="0"/>
              </a:spcAft>
              <a:buNone/>
            </a:pPr>
            <a:r>
              <a:t/>
            </a:r>
            <a:endParaRPr b="1" sz="1600">
              <a:solidFill>
                <a:srgbClr val="03876F"/>
              </a:solidFill>
              <a:latin typeface="Poppins"/>
              <a:ea typeface="Poppins"/>
              <a:cs typeface="Poppins"/>
              <a:sym typeface="Poppins"/>
            </a:endParaRPr>
          </a:p>
        </p:txBody>
      </p:sp>
      <p:graphicFrame>
        <p:nvGraphicFramePr>
          <p:cNvPr id="788" name="Google Shape;788;p146"/>
          <p:cNvGraphicFramePr/>
          <p:nvPr/>
        </p:nvGraphicFramePr>
        <p:xfrm>
          <a:off x="426963" y="1219157"/>
          <a:ext cx="3000000" cy="3000000"/>
        </p:xfrm>
        <a:graphic>
          <a:graphicData uri="http://schemas.openxmlformats.org/drawingml/2006/table">
            <a:tbl>
              <a:tblPr>
                <a:noFill/>
                <a:tableStyleId>{3C916DD5-7159-4203-BA4E-87E6A4021BFC}</a:tableStyleId>
              </a:tblPr>
              <a:tblGrid>
                <a:gridCol w="4348450"/>
                <a:gridCol w="4100425"/>
              </a:tblGrid>
              <a:tr h="351425">
                <a:tc>
                  <a:txBody>
                    <a:bodyPr/>
                    <a:lstStyle/>
                    <a:p>
                      <a:pPr indent="0" lvl="0" marL="0" rtl="0" algn="l">
                        <a:lnSpc>
                          <a:spcPct val="115000"/>
                        </a:lnSpc>
                        <a:spcBef>
                          <a:spcPts val="1200"/>
                        </a:spcBef>
                        <a:spcAft>
                          <a:spcPts val="1200"/>
                        </a:spcAft>
                        <a:buNone/>
                      </a:pPr>
                      <a:r>
                        <a:rPr b="1" lang="en" sz="1100"/>
                        <a:t>Monetization Strategy</a:t>
                      </a:r>
                      <a:endParaRPr sz="900">
                        <a:latin typeface="Poppins SemiBold"/>
                        <a:ea typeface="Poppins SemiBold"/>
                        <a:cs typeface="Poppins SemiBold"/>
                        <a:sym typeface="Poppins SemiBo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457200" rtl="0" algn="l">
                        <a:lnSpc>
                          <a:spcPct val="115000"/>
                        </a:lnSpc>
                        <a:spcBef>
                          <a:spcPts val="1200"/>
                        </a:spcBef>
                        <a:spcAft>
                          <a:spcPts val="1200"/>
                        </a:spcAft>
                        <a:buNone/>
                      </a:pPr>
                      <a:r>
                        <a:rPr b="1" lang="en" sz="1100"/>
                        <a:t>Channels &amp; Tactics: (Mix of HubSpot / Flywheel)</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1897800">
                <a:tc>
                  <a:txBody>
                    <a:bodyPr/>
                    <a:lstStyle/>
                    <a:p>
                      <a:pPr indent="-298450" lvl="0" marL="457200" rtl="0" algn="l">
                        <a:lnSpc>
                          <a:spcPct val="115000"/>
                        </a:lnSpc>
                        <a:spcBef>
                          <a:spcPts val="1200"/>
                        </a:spcBef>
                        <a:spcAft>
                          <a:spcPts val="0"/>
                        </a:spcAft>
                        <a:buSzPts val="1100"/>
                        <a:buChar char="●"/>
                      </a:pPr>
                      <a:r>
                        <a:rPr lang="en" sz="1100"/>
                        <a:t>Increase Customer Lifetime Value (CLV) through repeat bookings and loyalty engagement.</a:t>
                      </a:r>
                      <a:endParaRPr sz="1100"/>
                    </a:p>
                    <a:p>
                      <a:pPr indent="-298450" lvl="0" marL="457200" rtl="0" algn="l">
                        <a:lnSpc>
                          <a:spcPct val="115000"/>
                        </a:lnSpc>
                        <a:spcBef>
                          <a:spcPts val="0"/>
                        </a:spcBef>
                        <a:spcAft>
                          <a:spcPts val="0"/>
                        </a:spcAft>
                        <a:buSzPts val="1100"/>
                        <a:buChar char="●"/>
                      </a:pPr>
                      <a:r>
                        <a:rPr lang="en" sz="1100"/>
                        <a:t>Drive new customer acquisition via referral rewards.</a:t>
                      </a:r>
                      <a:endParaRPr sz="1100"/>
                    </a:p>
                    <a:p>
                      <a:pPr indent="-298450" lvl="0" marL="457200" rtl="0" algn="l">
                        <a:lnSpc>
                          <a:spcPct val="115000"/>
                        </a:lnSpc>
                        <a:spcBef>
                          <a:spcPts val="0"/>
                        </a:spcBef>
                        <a:spcAft>
                          <a:spcPts val="0"/>
                        </a:spcAft>
                        <a:buSzPts val="1100"/>
                        <a:buChar char="●"/>
                      </a:pPr>
                      <a:r>
                        <a:rPr lang="en" sz="1100"/>
                        <a:t>Upsell premium rewards and partner offers to enhance engagement and revenue.</a:t>
                      </a:r>
                      <a:endParaRPr sz="1100"/>
                    </a:p>
                    <a:p>
                      <a:pPr indent="-298450" lvl="0" marL="457200" rtl="0" algn="l">
                        <a:lnSpc>
                          <a:spcPct val="115000"/>
                        </a:lnSpc>
                        <a:spcBef>
                          <a:spcPts val="0"/>
                        </a:spcBef>
                        <a:spcAft>
                          <a:spcPts val="0"/>
                        </a:spcAft>
                        <a:buSzPts val="1100"/>
                        <a:buChar char="●"/>
                      </a:pPr>
                      <a:r>
                        <a:rPr lang="en" sz="1100"/>
                        <a:t>Implement tiered reward levels (Silver, Gold, Platinum) to incentivize higher spending.</a:t>
                      </a:r>
                      <a:endParaRPr sz="1100"/>
                    </a:p>
                    <a:p>
                      <a:pPr indent="0" lvl="0" marL="457200" rtl="0" algn="l">
                        <a:lnSpc>
                          <a:spcPct val="115000"/>
                        </a:lnSpc>
                        <a:spcBef>
                          <a:spcPts val="1200"/>
                        </a:spcBef>
                        <a:spcAft>
                          <a:spcPts val="1200"/>
                        </a:spcAft>
                        <a:buNone/>
                      </a:pPr>
                      <a:r>
                        <a:t/>
                      </a:r>
                      <a:endParaRPr b="1" sz="1100"/>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lang="en" sz="1100"/>
                        <a:t>Booking Checkout Prompt during launch month</a:t>
                      </a:r>
                      <a:endParaRPr sz="1100"/>
                    </a:p>
                    <a:p>
                      <a:pPr indent="-298450" lvl="0" marL="457200" rtl="0" algn="l">
                        <a:lnSpc>
                          <a:spcPct val="115000"/>
                        </a:lnSpc>
                        <a:spcBef>
                          <a:spcPts val="0"/>
                        </a:spcBef>
                        <a:spcAft>
                          <a:spcPts val="0"/>
                        </a:spcAft>
                        <a:buSzPts val="1100"/>
                        <a:buChar char="●"/>
                      </a:pPr>
                      <a:r>
                        <a:rPr lang="en" sz="1100"/>
                        <a:t>In-App Notifications for existing users</a:t>
                      </a:r>
                      <a:endParaRPr sz="1100"/>
                    </a:p>
                    <a:p>
                      <a:pPr indent="-298450" lvl="0" marL="457200" rtl="0" algn="l">
                        <a:lnSpc>
                          <a:spcPct val="115000"/>
                        </a:lnSpc>
                        <a:spcBef>
                          <a:spcPts val="0"/>
                        </a:spcBef>
                        <a:spcAft>
                          <a:spcPts val="0"/>
                        </a:spcAft>
                        <a:buSzPts val="1100"/>
                        <a:buChar char="●"/>
                      </a:pPr>
                      <a:r>
                        <a:rPr lang="en" sz="1100"/>
                        <a:t>Website Banner Alerts</a:t>
                      </a:r>
                      <a:endParaRPr sz="1100"/>
                    </a:p>
                    <a:p>
                      <a:pPr indent="-298450" lvl="0" marL="457200" rtl="0" algn="l">
                        <a:lnSpc>
                          <a:spcPct val="115000"/>
                        </a:lnSpc>
                        <a:spcBef>
                          <a:spcPts val="0"/>
                        </a:spcBef>
                        <a:spcAft>
                          <a:spcPts val="0"/>
                        </a:spcAft>
                        <a:buSzPts val="1100"/>
                        <a:buChar char="●"/>
                      </a:pPr>
                      <a:r>
                        <a:rPr lang="en" sz="1100"/>
                        <a:t>Targeted Email Campaigns</a:t>
                      </a:r>
                      <a:endParaRPr sz="1100"/>
                    </a:p>
                    <a:p>
                      <a:pPr indent="-298450" lvl="0" marL="457200" rtl="0" algn="l">
                        <a:lnSpc>
                          <a:spcPct val="115000"/>
                        </a:lnSpc>
                        <a:spcBef>
                          <a:spcPts val="0"/>
                        </a:spcBef>
                        <a:spcAft>
                          <a:spcPts val="0"/>
                        </a:spcAft>
                        <a:buSzPts val="1100"/>
                        <a:buChar char="●"/>
                      </a:pPr>
                      <a:r>
                        <a:rPr lang="en" sz="1100"/>
                        <a:t>SMS Notifications for points, upgrades, and offers</a:t>
                      </a:r>
                      <a:endParaRPr sz="1100"/>
                    </a:p>
                    <a:p>
                      <a:pPr indent="-298450" lvl="0" marL="457200" rtl="0" algn="l">
                        <a:lnSpc>
                          <a:spcPct val="115000"/>
                        </a:lnSpc>
                        <a:spcBef>
                          <a:spcPts val="0"/>
                        </a:spcBef>
                        <a:spcAft>
                          <a:spcPts val="0"/>
                        </a:spcAft>
                        <a:buSzPts val="1100"/>
                        <a:buChar char="●"/>
                      </a:pPr>
                      <a:r>
                        <a:rPr lang="en" sz="1100"/>
                        <a:t>Social Media Campaigns showcasing program highlights</a:t>
                      </a:r>
                      <a:endParaRPr sz="1100"/>
                    </a:p>
                    <a:p>
                      <a:pPr indent="-298450" lvl="0" marL="457200" rtl="0" algn="l">
                        <a:lnSpc>
                          <a:spcPct val="115000"/>
                        </a:lnSpc>
                        <a:spcBef>
                          <a:spcPts val="0"/>
                        </a:spcBef>
                        <a:spcAft>
                          <a:spcPts val="0"/>
                        </a:spcAft>
                        <a:buSzPts val="1100"/>
                        <a:buChar char="●"/>
                      </a:pPr>
                      <a:r>
                        <a:rPr lang="en" sz="1100"/>
                        <a:t>Vendor Partnership Exposure for co-branded promotions</a:t>
                      </a:r>
                      <a:endParaRPr b="1" sz="1100"/>
                    </a:p>
                  </a:txBody>
                  <a:tcPr marT="91425" marB="91425" marR="91425" marL="91425">
                    <a:lnT cap="flat" cmpd="sng" w="9525">
                      <a:solidFill>
                        <a:srgbClr val="9E9E9E">
                          <a:alpha val="0"/>
                        </a:srgbClr>
                      </a:solidFill>
                      <a:prstDash val="solid"/>
                      <a:round/>
                      <a:headEnd len="sm" w="sm" type="none"/>
                      <a:tailEnd len="sm" w="sm" type="none"/>
                    </a:lnT>
                  </a:tcPr>
                </a:tc>
              </a:tr>
            </a:tbl>
          </a:graphicData>
        </a:graphic>
      </p:graphicFrame>
      <p:graphicFrame>
        <p:nvGraphicFramePr>
          <p:cNvPr id="789" name="Google Shape;789;p146"/>
          <p:cNvGraphicFramePr/>
          <p:nvPr/>
        </p:nvGraphicFramePr>
        <p:xfrm>
          <a:off x="431870" y="3583491"/>
          <a:ext cx="3000000" cy="3000000"/>
        </p:xfrm>
        <a:graphic>
          <a:graphicData uri="http://schemas.openxmlformats.org/drawingml/2006/table">
            <a:tbl>
              <a:tblPr>
                <a:noFill/>
                <a:tableStyleId>{3C916DD5-7159-4203-BA4E-87E6A4021BFC}</a:tableStyleId>
              </a:tblPr>
              <a:tblGrid>
                <a:gridCol w="4348450"/>
                <a:gridCol w="4100425"/>
              </a:tblGrid>
              <a:tr h="275850">
                <a:tc>
                  <a:txBody>
                    <a:bodyPr/>
                    <a:lstStyle/>
                    <a:p>
                      <a:pPr indent="0" lvl="0" marL="0" rtl="0" algn="l">
                        <a:lnSpc>
                          <a:spcPct val="115000"/>
                        </a:lnSpc>
                        <a:spcBef>
                          <a:spcPts val="1200"/>
                        </a:spcBef>
                        <a:spcAft>
                          <a:spcPts val="1200"/>
                        </a:spcAft>
                        <a:buNone/>
                      </a:pPr>
                      <a:r>
                        <a:rPr b="1" lang="en" sz="1100"/>
                        <a:t>Estimated Spend</a:t>
                      </a:r>
                      <a:endParaRPr sz="900">
                        <a:latin typeface="Poppins SemiBold"/>
                        <a:ea typeface="Poppins SemiBold"/>
                        <a:cs typeface="Poppins SemiBold"/>
                        <a:sym typeface="Poppins SemiBo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457200" rtl="0" algn="l">
                        <a:lnSpc>
                          <a:spcPct val="115000"/>
                        </a:lnSpc>
                        <a:spcBef>
                          <a:spcPts val="1200"/>
                        </a:spcBef>
                        <a:spcAft>
                          <a:spcPts val="1200"/>
                        </a:spcAft>
                        <a:buNone/>
                      </a:pPr>
                      <a:r>
                        <a:rPr b="1" lang="en" sz="1100"/>
                        <a:t>Total MVP Marketing Spend:</a:t>
                      </a:r>
                      <a:r>
                        <a:rPr lang="en" sz="1100"/>
                        <a:t> $35,000</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970975">
                <a:tc>
                  <a:txBody>
                    <a:bodyPr/>
                    <a:lstStyle/>
                    <a:p>
                      <a:pPr indent="-298450" lvl="0" marL="457200" rtl="0" algn="l">
                        <a:lnSpc>
                          <a:spcPct val="115000"/>
                        </a:lnSpc>
                        <a:spcBef>
                          <a:spcPts val="1200"/>
                        </a:spcBef>
                        <a:spcAft>
                          <a:spcPts val="0"/>
                        </a:spcAft>
                        <a:buSzPts val="1100"/>
                        <a:buChar char="●"/>
                      </a:pPr>
                      <a:r>
                        <a:rPr lang="en" sz="1100"/>
                        <a:t>Allocate budget across high-conversion channels, prioritizing email, in-app, and website banners.</a:t>
                      </a:r>
                      <a:endParaRPr sz="1100"/>
                    </a:p>
                    <a:p>
                      <a:pPr indent="0" lvl="0" marL="457200" rtl="0" algn="l">
                        <a:lnSpc>
                          <a:spcPct val="115000"/>
                        </a:lnSpc>
                        <a:spcBef>
                          <a:spcPts val="1200"/>
                        </a:spcBef>
                        <a:spcAft>
                          <a:spcPts val="1200"/>
                        </a:spcAft>
                        <a:buNone/>
                      </a:pPr>
                      <a:r>
                        <a:t/>
                      </a:r>
                      <a:endParaRPr sz="1100"/>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b="1" lang="en" sz="1100"/>
                        <a:t>Email Campaigns:</a:t>
                      </a:r>
                      <a:r>
                        <a:rPr lang="en" sz="1100"/>
                        <a:t> $10,000</a:t>
                      </a:r>
                      <a:endParaRPr sz="1100"/>
                    </a:p>
                    <a:p>
                      <a:pPr indent="-298450" lvl="0" marL="457200" rtl="0" algn="l">
                        <a:lnSpc>
                          <a:spcPct val="115000"/>
                        </a:lnSpc>
                        <a:spcBef>
                          <a:spcPts val="0"/>
                        </a:spcBef>
                        <a:spcAft>
                          <a:spcPts val="0"/>
                        </a:spcAft>
                        <a:buSzPts val="1100"/>
                        <a:buChar char="●"/>
                      </a:pPr>
                      <a:r>
                        <a:rPr b="1" lang="en" sz="1100"/>
                        <a:t>Social Media Campaign(Inbound marketing) :</a:t>
                      </a:r>
                      <a:r>
                        <a:rPr lang="en" sz="1100"/>
                        <a:t> $15,000</a:t>
                      </a:r>
                      <a:endParaRPr sz="1100"/>
                    </a:p>
                    <a:p>
                      <a:pPr indent="-298450" lvl="0" marL="457200" rtl="0" algn="l">
                        <a:lnSpc>
                          <a:spcPct val="115000"/>
                        </a:lnSpc>
                        <a:spcBef>
                          <a:spcPts val="0"/>
                        </a:spcBef>
                        <a:spcAft>
                          <a:spcPts val="0"/>
                        </a:spcAft>
                        <a:buSzPts val="1100"/>
                        <a:buChar char="●"/>
                      </a:pPr>
                      <a:r>
                        <a:rPr b="1" lang="en" sz="1100"/>
                        <a:t>Website Banners:</a:t>
                      </a:r>
                      <a:r>
                        <a:rPr lang="en" sz="1100"/>
                        <a:t> $5,000</a:t>
                      </a:r>
                      <a:endParaRPr sz="1100"/>
                    </a:p>
                    <a:p>
                      <a:pPr indent="-298450" lvl="0" marL="457200" rtl="0" algn="l">
                        <a:lnSpc>
                          <a:spcPct val="115000"/>
                        </a:lnSpc>
                        <a:spcBef>
                          <a:spcPts val="0"/>
                        </a:spcBef>
                        <a:spcAft>
                          <a:spcPts val="0"/>
                        </a:spcAft>
                        <a:buSzPts val="1100"/>
                        <a:buChar char="●"/>
                      </a:pPr>
                      <a:r>
                        <a:rPr b="1" lang="en" sz="1100"/>
                        <a:t>Referrals</a:t>
                      </a:r>
                      <a:r>
                        <a:rPr lang="en" sz="1100"/>
                        <a:t>: $5000</a:t>
                      </a:r>
                      <a:endParaRPr sz="1100"/>
                    </a:p>
                  </a:txBody>
                  <a:tcPr marT="91425" marB="91425" marR="91425" marL="91425">
                    <a:lnT cap="flat" cmpd="sng" w="9525">
                      <a:solidFill>
                        <a:srgbClr val="9E9E9E">
                          <a:alpha val="0"/>
                        </a:srgbClr>
                      </a:solidFill>
                      <a:prstDash val="solid"/>
                      <a:round/>
                      <a:headEnd len="sm" w="sm" type="none"/>
                      <a:tailEnd len="sm" w="sm" type="none"/>
                    </a:lnT>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47"/>
          <p:cNvSpPr txBox="1"/>
          <p:nvPr/>
        </p:nvSpPr>
        <p:spPr>
          <a:xfrm>
            <a:off x="571500" y="571500"/>
            <a:ext cx="44019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85859F"/>
                </a:solidFill>
                <a:latin typeface="Lato"/>
                <a:ea typeface="Lato"/>
                <a:cs typeface="Lato"/>
                <a:sym typeface="Lato"/>
              </a:rPr>
              <a:t>GTM Strategy</a:t>
            </a:r>
            <a:endParaRPr b="1" sz="900">
              <a:solidFill>
                <a:srgbClr val="85859F"/>
              </a:solidFill>
              <a:latin typeface="Lato"/>
              <a:ea typeface="Lato"/>
              <a:cs typeface="Lato"/>
              <a:sym typeface="Lato"/>
            </a:endParaRPr>
          </a:p>
        </p:txBody>
      </p:sp>
      <p:pic>
        <p:nvPicPr>
          <p:cNvPr id="795" name="Google Shape;795;p147"/>
          <p:cNvPicPr preferRelativeResize="0"/>
          <p:nvPr/>
        </p:nvPicPr>
        <p:blipFill>
          <a:blip r:embed="rId3">
            <a:alphaModFix/>
          </a:blip>
          <a:stretch>
            <a:fillRect/>
          </a:stretch>
        </p:blipFill>
        <p:spPr>
          <a:xfrm>
            <a:off x="7463512" y="573437"/>
            <a:ext cx="1108987" cy="224725"/>
          </a:xfrm>
          <a:prstGeom prst="rect">
            <a:avLst/>
          </a:prstGeom>
          <a:noFill/>
          <a:ln>
            <a:noFill/>
          </a:ln>
        </p:spPr>
      </p:pic>
      <p:sp>
        <p:nvSpPr>
          <p:cNvPr id="796" name="Google Shape;796;p147"/>
          <p:cNvSpPr txBox="1"/>
          <p:nvPr/>
        </p:nvSpPr>
        <p:spPr>
          <a:xfrm>
            <a:off x="571500" y="747126"/>
            <a:ext cx="60807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3876F"/>
                </a:solidFill>
                <a:latin typeface="Poppins"/>
                <a:ea typeface="Poppins"/>
                <a:cs typeface="Poppins"/>
                <a:sym typeface="Poppins"/>
              </a:rPr>
              <a:t>GTM Strategy (4/4) </a:t>
            </a:r>
            <a:endParaRPr b="1">
              <a:solidFill>
                <a:srgbClr val="03876F"/>
              </a:solidFill>
              <a:latin typeface="Lato"/>
              <a:ea typeface="Lato"/>
              <a:cs typeface="Lato"/>
              <a:sym typeface="Lato"/>
            </a:endParaRPr>
          </a:p>
          <a:p>
            <a:pPr indent="0" lvl="0" marL="0" rtl="0" algn="l">
              <a:spcBef>
                <a:spcPts val="0"/>
              </a:spcBef>
              <a:spcAft>
                <a:spcPts val="0"/>
              </a:spcAft>
              <a:buNone/>
            </a:pPr>
            <a:r>
              <a:t/>
            </a:r>
            <a:endParaRPr b="1" sz="1600">
              <a:solidFill>
                <a:srgbClr val="03876F"/>
              </a:solidFill>
              <a:latin typeface="Poppins"/>
              <a:ea typeface="Poppins"/>
              <a:cs typeface="Poppins"/>
              <a:sym typeface="Poppins"/>
            </a:endParaRPr>
          </a:p>
        </p:txBody>
      </p:sp>
      <p:graphicFrame>
        <p:nvGraphicFramePr>
          <p:cNvPr id="797" name="Google Shape;797;p147"/>
          <p:cNvGraphicFramePr/>
          <p:nvPr/>
        </p:nvGraphicFramePr>
        <p:xfrm>
          <a:off x="414913" y="1152866"/>
          <a:ext cx="3000000" cy="3000000"/>
        </p:xfrm>
        <a:graphic>
          <a:graphicData uri="http://schemas.openxmlformats.org/drawingml/2006/table">
            <a:tbl>
              <a:tblPr>
                <a:noFill/>
                <a:tableStyleId>{3C916DD5-7159-4203-BA4E-87E6A4021BFC}</a:tableStyleId>
              </a:tblPr>
              <a:tblGrid>
                <a:gridCol w="2903950"/>
                <a:gridCol w="2738300"/>
                <a:gridCol w="2833425"/>
              </a:tblGrid>
              <a:tr h="523225">
                <a:tc>
                  <a:txBody>
                    <a:bodyPr/>
                    <a:lstStyle/>
                    <a:p>
                      <a:pPr indent="0" lvl="0" marL="0" rtl="0" algn="l">
                        <a:lnSpc>
                          <a:spcPct val="115000"/>
                        </a:lnSpc>
                        <a:spcBef>
                          <a:spcPts val="1200"/>
                        </a:spcBef>
                        <a:spcAft>
                          <a:spcPts val="1200"/>
                        </a:spcAft>
                        <a:buNone/>
                      </a:pPr>
                      <a:r>
                        <a:rPr b="1" lang="en" sz="1100"/>
                        <a:t>Campaign Effectiveness</a:t>
                      </a:r>
                      <a:endParaRPr sz="900">
                        <a:latin typeface="Poppins SemiBold"/>
                        <a:ea typeface="Poppins SemiBold"/>
                        <a:cs typeface="Poppins SemiBold"/>
                        <a:sym typeface="Poppins SemiBo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l">
                        <a:lnSpc>
                          <a:spcPct val="115000"/>
                        </a:lnSpc>
                        <a:spcBef>
                          <a:spcPts val="1200"/>
                        </a:spcBef>
                        <a:spcAft>
                          <a:spcPts val="1200"/>
                        </a:spcAft>
                        <a:buNone/>
                      </a:pPr>
                      <a:r>
                        <a:rPr b="1" lang="en" sz="1100"/>
                        <a:t>Customer Adoption</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a:txBody>
                    <a:bodyPr/>
                    <a:lstStyle/>
                    <a:p>
                      <a:pPr indent="0" lvl="0" marL="0" rtl="0" algn="l">
                        <a:lnSpc>
                          <a:spcPct val="115000"/>
                        </a:lnSpc>
                        <a:spcBef>
                          <a:spcPts val="1200"/>
                        </a:spcBef>
                        <a:spcAft>
                          <a:spcPts val="1200"/>
                        </a:spcAft>
                        <a:buNone/>
                      </a:pPr>
                      <a:r>
                        <a:rPr b="1" lang="en" sz="1100"/>
                        <a:t>Customer Support &amp; Marketing Maintenance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303775">
                <a:tc>
                  <a:txBody>
                    <a:bodyPr/>
                    <a:lstStyle/>
                    <a:p>
                      <a:pPr indent="-298450" lvl="0" marL="457200" rtl="0" algn="l">
                        <a:lnSpc>
                          <a:spcPct val="115000"/>
                        </a:lnSpc>
                        <a:spcBef>
                          <a:spcPts val="1200"/>
                        </a:spcBef>
                        <a:spcAft>
                          <a:spcPts val="0"/>
                        </a:spcAft>
                        <a:buSzPts val="1100"/>
                        <a:buChar char="●"/>
                      </a:pPr>
                      <a:r>
                        <a:rPr b="1" lang="en" sz="1100"/>
                        <a:t>Metrics:</a:t>
                      </a:r>
                      <a:r>
                        <a:rPr lang="en" sz="1100"/>
                        <a:t>email open/click-through rates, notification click-through rates, referral acquisition, social engagement,  Program enrollment rate, repeat booking rate, points redemption rate, </a:t>
                      </a:r>
                      <a:endParaRPr sz="1100"/>
                    </a:p>
                    <a:p>
                      <a:pPr indent="-298450" lvl="0" marL="457200" rtl="0" algn="l">
                        <a:lnSpc>
                          <a:spcPct val="115000"/>
                        </a:lnSpc>
                        <a:spcBef>
                          <a:spcPts val="0"/>
                        </a:spcBef>
                        <a:spcAft>
                          <a:spcPts val="0"/>
                        </a:spcAft>
                        <a:buSzPts val="1100"/>
                        <a:buChar char="●"/>
                      </a:pPr>
                      <a:r>
                        <a:rPr b="1" lang="en" sz="1100"/>
                        <a:t>Tools/Methods:</a:t>
                      </a:r>
                      <a:r>
                        <a:rPr lang="en" sz="1100"/>
                        <a:t> CRM dashboards, analytics platforms, cohort analysis, A/B testing of campaigns.</a:t>
                      </a:r>
                      <a:endParaRPr sz="900">
                        <a:solidFill>
                          <a:srgbClr val="374151"/>
                        </a:solidFill>
                        <a:latin typeface="Lato"/>
                        <a:ea typeface="Lato"/>
                        <a:cs typeface="Lato"/>
                        <a:sym typeface="Lato"/>
                      </a:endParaRPr>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b="1" lang="en" sz="1100"/>
                        <a:t>Education &amp; Support Plan:</a:t>
                      </a:r>
                      <a:endParaRPr b="1" sz="1100"/>
                    </a:p>
                    <a:p>
                      <a:pPr indent="-298450" lvl="1" marL="914400" rtl="0" algn="l">
                        <a:lnSpc>
                          <a:spcPct val="115000"/>
                        </a:lnSpc>
                        <a:spcBef>
                          <a:spcPts val="0"/>
                        </a:spcBef>
                        <a:spcAft>
                          <a:spcPts val="0"/>
                        </a:spcAft>
                        <a:buSzPts val="1100"/>
                        <a:buChar char="○"/>
                      </a:pPr>
                      <a:r>
                        <a:rPr lang="en" sz="1100"/>
                        <a:t>In-depth FAQ explaining tiers, benefits, and redemption process</a:t>
                      </a:r>
                      <a:endParaRPr sz="1100"/>
                    </a:p>
                    <a:p>
                      <a:pPr indent="-298450" lvl="1" marL="914400" rtl="0" algn="l">
                        <a:lnSpc>
                          <a:spcPct val="115000"/>
                        </a:lnSpc>
                        <a:spcBef>
                          <a:spcPts val="0"/>
                        </a:spcBef>
                        <a:spcAft>
                          <a:spcPts val="0"/>
                        </a:spcAft>
                        <a:buSzPts val="1100"/>
                        <a:buChar char="○"/>
                      </a:pPr>
                      <a:r>
                        <a:rPr lang="en" sz="1100"/>
                        <a:t>Onboarding emails with step-by-step instructions</a:t>
                      </a:r>
                      <a:endParaRPr sz="1100"/>
                    </a:p>
                    <a:p>
                      <a:pPr indent="-298450" lvl="1" marL="914400" rtl="0" algn="l">
                        <a:lnSpc>
                          <a:spcPct val="115000"/>
                        </a:lnSpc>
                        <a:spcBef>
                          <a:spcPts val="0"/>
                        </a:spcBef>
                        <a:spcAft>
                          <a:spcPts val="0"/>
                        </a:spcAft>
                        <a:buSzPts val="1100"/>
                        <a:buChar char="○"/>
                      </a:pPr>
                      <a:r>
                        <a:rPr lang="en" sz="1100"/>
                        <a:t>Live Chat for enrollment and reward queries</a:t>
                      </a:r>
                      <a:endParaRPr sz="1100"/>
                    </a:p>
                    <a:p>
                      <a:pPr indent="-298450" lvl="1" marL="914400" rtl="0" algn="l">
                        <a:lnSpc>
                          <a:spcPct val="115000"/>
                        </a:lnSpc>
                        <a:spcBef>
                          <a:spcPts val="0"/>
                        </a:spcBef>
                        <a:spcAft>
                          <a:spcPts val="0"/>
                        </a:spcAft>
                        <a:buSzPts val="1100"/>
                        <a:buChar char="○"/>
                      </a:pPr>
                      <a:r>
                        <a:rPr lang="en" sz="1100"/>
                        <a:t>Optional training/webinars for corporate accounts to maximize adoption</a:t>
                      </a:r>
                      <a:endParaRPr b="1" sz="1100"/>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298450" lvl="0" marL="457200" rtl="0" algn="l">
                        <a:lnSpc>
                          <a:spcPct val="115000"/>
                        </a:lnSpc>
                        <a:spcBef>
                          <a:spcPts val="1200"/>
                        </a:spcBef>
                        <a:spcAft>
                          <a:spcPts val="0"/>
                        </a:spcAft>
                        <a:buSzPts val="1100"/>
                        <a:buChar char="●"/>
                      </a:pPr>
                      <a:r>
                        <a:rPr lang="en" sz="1100"/>
                        <a:t>Product engineering grace period of 2 weeks post-launch to fix any issues</a:t>
                      </a:r>
                      <a:endParaRPr sz="1100"/>
                    </a:p>
                    <a:p>
                      <a:pPr indent="-298450" lvl="0" marL="457200" rtl="0" algn="l">
                        <a:lnSpc>
                          <a:spcPct val="115000"/>
                        </a:lnSpc>
                        <a:spcBef>
                          <a:spcPts val="0"/>
                        </a:spcBef>
                        <a:spcAft>
                          <a:spcPts val="0"/>
                        </a:spcAft>
                        <a:buSzPts val="1100"/>
                        <a:buChar char="●"/>
                      </a:pPr>
                      <a:r>
                        <a:rPr lang="en" sz="1100"/>
                        <a:t>Scale customer support based on volume and adoption trends</a:t>
                      </a:r>
                      <a:endParaRPr sz="1100"/>
                    </a:p>
                    <a:p>
                      <a:pPr indent="-298450" lvl="0" marL="457200" rtl="0" algn="l">
                        <a:lnSpc>
                          <a:spcPct val="115000"/>
                        </a:lnSpc>
                        <a:spcBef>
                          <a:spcPts val="0"/>
                        </a:spcBef>
                        <a:spcAft>
                          <a:spcPts val="0"/>
                        </a:spcAft>
                        <a:buSzPts val="1100"/>
                        <a:buChar char="●"/>
                      </a:pPr>
                      <a:r>
                        <a:rPr lang="en" sz="1100"/>
                        <a:t>Quarterly marketing campaigns to maintain engagement</a:t>
                      </a:r>
                      <a:endParaRPr sz="1100"/>
                    </a:p>
                    <a:p>
                      <a:pPr indent="-298450" lvl="0" marL="457200" rtl="0" algn="l">
                        <a:lnSpc>
                          <a:spcPct val="115000"/>
                        </a:lnSpc>
                        <a:spcBef>
                          <a:spcPts val="0"/>
                        </a:spcBef>
                        <a:spcAft>
                          <a:spcPts val="0"/>
                        </a:spcAft>
                        <a:buSzPts val="1100"/>
                        <a:buChar char="●"/>
                      </a:pPr>
                      <a:r>
                        <a:rPr lang="en" sz="1100"/>
                        <a:t>Continuous KPI monitoring to refine rewards, messaging, and promotional strategies</a:t>
                      </a:r>
                      <a:endParaRPr b="1" sz="1100"/>
                    </a:p>
                  </a:txBody>
                  <a:tcPr marT="91425" marB="91425" marR="91425" marL="91425">
                    <a:lnT cap="flat" cmpd="sng" w="9525">
                      <a:solidFill>
                        <a:srgbClr val="9E9E9E">
                          <a:alpha val="0"/>
                        </a:srgbClr>
                      </a:solidFill>
                      <a:prstDash val="solid"/>
                      <a:round/>
                      <a:headEnd len="sm" w="sm" type="none"/>
                      <a:tailEnd len="sm" w="sm" type="none"/>
                    </a:lnT>
                  </a:tcPr>
                </a:tc>
              </a:tr>
            </a:tbl>
          </a:graphicData>
        </a:graphic>
      </p:graphicFrame>
      <p:graphicFrame>
        <p:nvGraphicFramePr>
          <p:cNvPr id="798" name="Google Shape;798;p147"/>
          <p:cNvGraphicFramePr/>
          <p:nvPr/>
        </p:nvGraphicFramePr>
        <p:xfrm>
          <a:off x="365624" y="4090733"/>
          <a:ext cx="3000000" cy="3000000"/>
        </p:xfrm>
        <a:graphic>
          <a:graphicData uri="http://schemas.openxmlformats.org/drawingml/2006/table">
            <a:tbl>
              <a:tblPr>
                <a:noFill/>
                <a:tableStyleId>{3C916DD5-7159-4203-BA4E-87E6A4021BFC}</a:tableStyleId>
              </a:tblPr>
              <a:tblGrid>
                <a:gridCol w="8524975"/>
              </a:tblGrid>
              <a:tr h="320000">
                <a:tc>
                  <a:txBody>
                    <a:bodyPr/>
                    <a:lstStyle/>
                    <a:p>
                      <a:pPr indent="0" lvl="0" marL="0" rtl="0" algn="l">
                        <a:lnSpc>
                          <a:spcPct val="115000"/>
                        </a:lnSpc>
                        <a:spcBef>
                          <a:spcPts val="1200"/>
                        </a:spcBef>
                        <a:spcAft>
                          <a:spcPts val="1200"/>
                        </a:spcAft>
                        <a:buNone/>
                      </a:pPr>
                      <a:r>
                        <a:rPr b="1" lang="en" sz="1100"/>
                        <a:t>Proposed Customer Message</a:t>
                      </a:r>
                      <a:endParaRPr sz="900">
                        <a:solidFill>
                          <a:srgbClr val="07182C"/>
                        </a:solidFill>
                        <a:highlight>
                          <a:srgbClr val="BAF7EC"/>
                        </a:highlight>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BAF7EC"/>
                    </a:solidFill>
                  </a:tcPr>
                </a:tc>
              </a:tr>
              <a:tr h="447450">
                <a:tc>
                  <a:txBody>
                    <a:bodyPr/>
                    <a:lstStyle/>
                    <a:p>
                      <a:pPr indent="0" lvl="0" marL="0" rtl="0" algn="l">
                        <a:lnSpc>
                          <a:spcPct val="115000"/>
                        </a:lnSpc>
                        <a:spcBef>
                          <a:spcPts val="1200"/>
                        </a:spcBef>
                        <a:spcAft>
                          <a:spcPts val="1200"/>
                        </a:spcAft>
                        <a:buNone/>
                      </a:pPr>
                      <a:r>
                        <a:rPr lang="en" sz="1100"/>
                        <a:t>“Unlock more value every time you book! Join our loyalty program today to earn points, enjoy exclusive perks, and get rewarded for the experiences you love.”</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48"/>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Thank you! </a:t>
            </a:r>
            <a:endParaRPr/>
          </a:p>
          <a:p>
            <a:pPr indent="0" lvl="0" marL="0" rtl="0" algn="ctr">
              <a:lnSpc>
                <a:spcPct val="115000"/>
              </a:lnSpc>
              <a:spcBef>
                <a:spcPts val="100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Template">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